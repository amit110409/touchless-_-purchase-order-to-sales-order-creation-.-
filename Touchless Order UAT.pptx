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4" r:id="rId4"/>
  </p:sldMasterIdLst>
  <p:notesMasterIdLst>
    <p:notesMasterId r:id="rId16"/>
  </p:notesMasterIdLst>
  <p:sldIdLst>
    <p:sldId id="271" r:id="rId5"/>
    <p:sldId id="5248" r:id="rId6"/>
    <p:sldId id="2147480490" r:id="rId7"/>
    <p:sldId id="2147480487" r:id="rId8"/>
    <p:sldId id="557" r:id="rId9"/>
    <p:sldId id="2147480489" r:id="rId10"/>
    <p:sldId id="5432" r:id="rId11"/>
    <p:sldId id="2147480492" r:id="rId12"/>
    <p:sldId id="5442" r:id="rId13"/>
    <p:sldId id="2147480491" r:id="rId14"/>
    <p:sldId id="5430" r:id="rId15"/>
  </p:sldIdLst>
  <p:sldSz cx="12192000" cy="6858000"/>
  <p:notesSz cx="6858000" cy="9144000"/>
  <p:defaultTextStyle>
    <a:defPPr>
      <a:defRPr lang="en-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674FEE4-69D2-9940-8979-16735F7250C8}">
          <p14:sldIdLst>
            <p14:sldId id="271"/>
            <p14:sldId id="5248"/>
            <p14:sldId id="2147480490"/>
            <p14:sldId id="2147480487"/>
            <p14:sldId id="557"/>
            <p14:sldId id="2147480489"/>
            <p14:sldId id="5432"/>
            <p14:sldId id="2147480492"/>
            <p14:sldId id="5442"/>
            <p14:sldId id="2147480491"/>
            <p14:sldId id="5430"/>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bert Zinke" initials="" lastIdx="1" clrIdx="0"/>
  <p:cmAuthor id="2" name="Katherine Darakova" initials="" lastIdx="1" clrIdx="1">
    <p:extLst>
      <p:ext uri="{19B8F6BF-5375-455C-9EA6-DF929625EA0E}">
        <p15:presenceInfo xmlns:p15="http://schemas.microsoft.com/office/powerpoint/2012/main" userId="S::Katherine.Darakova@ofinow.com::9c63504b-3787-4d5b-96bb-36cecd108f0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A33F"/>
    <a:srgbClr val="C0C1D7"/>
    <a:srgbClr val="FFCF67"/>
    <a:srgbClr val="838383"/>
    <a:srgbClr val="7F7F7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A76485-FFD6-DD55-9D9B-46597CFFF176}" v="2" dt="2026-07-06T09:16:26.1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4180CD-624D-DE48-95B2-157ACF9B8D8E}" type="datetimeFigureOut">
              <a:rPr lang="en-CO" smtClean="0"/>
              <a:t>07/07/2026</a:t>
            </a:fld>
            <a:endParaRPr lang="en-C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609DA9-5702-554C-82A8-B35970BB93DC}" type="slidenum">
              <a:rPr lang="en-CO" smtClean="0"/>
              <a:t>‹#›</a:t>
            </a:fld>
            <a:endParaRPr lang="en-CO"/>
          </a:p>
        </p:txBody>
      </p:sp>
    </p:spTree>
    <p:extLst>
      <p:ext uri="{BB962C8B-B14F-4D97-AF65-F5344CB8AC3E}">
        <p14:creationId xmlns:p14="http://schemas.microsoft.com/office/powerpoint/2010/main" val="3531755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2609DA9-5702-554C-82A8-B35970BB93DC}" type="slidenum">
              <a:rPr lang="en-CO" smtClean="0"/>
              <a:t>1</a:t>
            </a:fld>
            <a:endParaRPr lang="en-CO"/>
          </a:p>
        </p:txBody>
      </p:sp>
    </p:spTree>
    <p:extLst>
      <p:ext uri="{BB962C8B-B14F-4D97-AF65-F5344CB8AC3E}">
        <p14:creationId xmlns:p14="http://schemas.microsoft.com/office/powerpoint/2010/main" val="207237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2609DA9-5702-554C-82A8-B35970BB93DC}" type="slidenum">
              <a:rPr lang="en-CO" smtClean="0"/>
              <a:t>2</a:t>
            </a:fld>
            <a:endParaRPr lang="en-CO"/>
          </a:p>
        </p:txBody>
      </p:sp>
    </p:spTree>
    <p:extLst>
      <p:ext uri="{BB962C8B-B14F-4D97-AF65-F5344CB8AC3E}">
        <p14:creationId xmlns:p14="http://schemas.microsoft.com/office/powerpoint/2010/main" val="2089542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32609DA9-5702-554C-82A8-B35970BB93DC}" type="slidenum">
              <a:rPr lang="en-CO" smtClean="0"/>
              <a:t>5</a:t>
            </a:fld>
            <a:endParaRPr lang="en-CO"/>
          </a:p>
        </p:txBody>
      </p:sp>
    </p:spTree>
    <p:extLst>
      <p:ext uri="{BB962C8B-B14F-4D97-AF65-F5344CB8AC3E}">
        <p14:creationId xmlns:p14="http://schemas.microsoft.com/office/powerpoint/2010/main" val="17149690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gi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ogo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BA0D1-C23D-FD7D-B39E-774D00F1BE63}"/>
              </a:ext>
            </a:extLst>
          </p:cNvPr>
          <p:cNvSpPr>
            <a:spLocks noGrp="1"/>
          </p:cNvSpPr>
          <p:nvPr>
            <p:ph type="title"/>
          </p:nvPr>
        </p:nvSpPr>
        <p:spPr>
          <a:xfrm>
            <a:off x="421268" y="366185"/>
            <a:ext cx="10704000" cy="281768"/>
          </a:xfrm>
        </p:spPr>
        <p:txBody>
          <a:bodyPr/>
          <a:lstStyle/>
          <a:p>
            <a:r>
              <a:rPr lang="en-GB"/>
              <a:t>Click to edit Master title style</a:t>
            </a:r>
            <a:endParaRPr lang="en-CO"/>
          </a:p>
        </p:txBody>
      </p:sp>
      <p:sp>
        <p:nvSpPr>
          <p:cNvPr id="6" name="Freeform 6">
            <a:extLst>
              <a:ext uri="{FF2B5EF4-FFF2-40B4-BE49-F238E27FC236}">
                <a16:creationId xmlns:a16="http://schemas.microsoft.com/office/drawing/2014/main" id="{C97D7C35-F928-6348-E2C6-5417F14B2229}"/>
              </a:ext>
            </a:extLst>
          </p:cNvPr>
          <p:cNvSpPr/>
          <p:nvPr userDrawn="1"/>
        </p:nvSpPr>
        <p:spPr>
          <a:xfrm>
            <a:off x="11042118" y="216128"/>
            <a:ext cx="832337" cy="828000"/>
          </a:xfrm>
          <a:custGeom>
            <a:avLst/>
            <a:gdLst/>
            <a:ahLst/>
            <a:cxnLst/>
            <a:rect l="l" t="t" r="r" b="b"/>
            <a:pathLst>
              <a:path w="5343525" h="5343525">
                <a:moveTo>
                  <a:pt x="0" y="0"/>
                </a:moveTo>
                <a:lnTo>
                  <a:pt x="5343525" y="0"/>
                </a:lnTo>
                <a:lnTo>
                  <a:pt x="5343525" y="5343525"/>
                </a:lnTo>
                <a:lnTo>
                  <a:pt x="0" y="5343525"/>
                </a:lnTo>
                <a:lnTo>
                  <a:pt x="0" y="0"/>
                </a:lnTo>
                <a:close/>
              </a:path>
            </a:pathLst>
          </a:custGeom>
          <a:blipFill>
            <a:blip r:embed="rId2"/>
            <a:stretch>
              <a:fillRect r="-7903" b="-7903"/>
            </a:stretch>
          </a:blipFill>
        </p:spPr>
        <p:txBody>
          <a:bodyPr/>
          <a:lstStyle/>
          <a:p>
            <a:endParaRPr lang="en-GB"/>
          </a:p>
        </p:txBody>
      </p:sp>
    </p:spTree>
    <p:extLst>
      <p:ext uri="{BB962C8B-B14F-4D97-AF65-F5344CB8AC3E}">
        <p14:creationId xmlns:p14="http://schemas.microsoft.com/office/powerpoint/2010/main" val="3430570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bullets" preserve="1" userDrawn="1">
  <p:cSld name="title body">
    <p:spTree>
      <p:nvGrpSpPr>
        <p:cNvPr id="1" name="Shape 159"/>
        <p:cNvGrpSpPr/>
        <p:nvPr/>
      </p:nvGrpSpPr>
      <p:grpSpPr>
        <a:xfrm>
          <a:off x="0" y="0"/>
          <a:ext cx="0" cy="0"/>
          <a:chOff x="0" y="0"/>
          <a:chExt cx="0" cy="0"/>
        </a:xfrm>
      </p:grpSpPr>
      <p:sp>
        <p:nvSpPr>
          <p:cNvPr id="160" name="Google Shape;160;p18"/>
          <p:cNvSpPr txBox="1">
            <a:spLocks noGrp="1"/>
          </p:cNvSpPr>
          <p:nvPr>
            <p:ph type="body" idx="1"/>
          </p:nvPr>
        </p:nvSpPr>
        <p:spPr>
          <a:xfrm>
            <a:off x="407988" y="1376363"/>
            <a:ext cx="11412537" cy="5108400"/>
          </a:xfrm>
          <a:prstGeom prst="rect">
            <a:avLst/>
          </a:prstGeom>
          <a:noFill/>
          <a:ln>
            <a:noFill/>
          </a:ln>
        </p:spPr>
        <p:txBody>
          <a:bodyPr spcFirstLastPara="1" wrap="square" lIns="36000" tIns="36000" rIns="36000" bIns="36000" anchor="t" anchorCtr="0">
            <a:normAutofit/>
          </a:bodyPr>
          <a:lstStyle>
            <a:lvl1pPr marL="0" lvl="0" indent="0" algn="l">
              <a:lnSpc>
                <a:spcPct val="100000"/>
              </a:lnSpc>
              <a:spcBef>
                <a:spcPts val="0"/>
              </a:spcBef>
              <a:spcAft>
                <a:spcPts val="0"/>
              </a:spcAft>
              <a:buSzPct val="100000"/>
              <a:buFont typeface="Arial" panose="020B0604020202020204" pitchFamily="34" charset="0"/>
              <a:buNone/>
              <a:defRPr sz="1200" b="0" i="0">
                <a:latin typeface="Poppins"/>
                <a:ea typeface="Poppins"/>
                <a:cs typeface="Poppins"/>
                <a:sym typeface="Poppins"/>
              </a:defRPr>
            </a:lvl1pPr>
            <a:lvl2pPr marL="1219170" lvl="1" indent="-457189" algn="l">
              <a:lnSpc>
                <a:spcPct val="100000"/>
              </a:lnSpc>
              <a:spcBef>
                <a:spcPts val="667"/>
              </a:spcBef>
              <a:spcAft>
                <a:spcPts val="0"/>
              </a:spcAft>
              <a:buSzPts val="1800"/>
              <a:buChar char="•"/>
              <a:defRPr b="1" i="0">
                <a:latin typeface="Poppins"/>
                <a:ea typeface="Poppins"/>
                <a:cs typeface="Poppins"/>
                <a:sym typeface="Poppins"/>
              </a:defRPr>
            </a:lvl2pPr>
            <a:lvl3pPr marL="1828754" lvl="2" indent="-440256" algn="l">
              <a:lnSpc>
                <a:spcPct val="100000"/>
              </a:lnSpc>
              <a:spcBef>
                <a:spcPts val="667"/>
              </a:spcBef>
              <a:spcAft>
                <a:spcPts val="0"/>
              </a:spcAft>
              <a:buSzPts val="1600"/>
              <a:buChar char="•"/>
              <a:defRPr b="1" i="0">
                <a:latin typeface="Poppins"/>
                <a:ea typeface="Poppins"/>
                <a:cs typeface="Poppins"/>
                <a:sym typeface="Poppins"/>
              </a:defRPr>
            </a:lvl3pPr>
            <a:lvl4pPr marL="2438339" lvl="3" indent="-423323" algn="l">
              <a:lnSpc>
                <a:spcPct val="100000"/>
              </a:lnSpc>
              <a:spcBef>
                <a:spcPts val="667"/>
              </a:spcBef>
              <a:spcAft>
                <a:spcPts val="0"/>
              </a:spcAft>
              <a:buSzPts val="1400"/>
              <a:buChar char="•"/>
              <a:defRPr b="1" i="0">
                <a:latin typeface="Poppins"/>
                <a:ea typeface="Poppins"/>
                <a:cs typeface="Poppins"/>
                <a:sym typeface="Poppins"/>
              </a:defRPr>
            </a:lvl4pPr>
            <a:lvl5pPr marL="3047924" lvl="4" indent="-406390" algn="l">
              <a:lnSpc>
                <a:spcPct val="100000"/>
              </a:lnSpc>
              <a:spcBef>
                <a:spcPts val="667"/>
              </a:spcBef>
              <a:spcAft>
                <a:spcPts val="0"/>
              </a:spcAft>
              <a:buSzPts val="1200"/>
              <a:buChar char="•"/>
              <a:defRPr b="1" i="0">
                <a:latin typeface="Poppins"/>
                <a:ea typeface="Poppins"/>
                <a:cs typeface="Poppins"/>
                <a:sym typeface="Poppins"/>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pPr lvl="0"/>
            <a:r>
              <a:rPr lang="en-GB"/>
              <a:t>Click to edit Master text styles</a:t>
            </a:r>
          </a:p>
        </p:txBody>
      </p:sp>
      <p:sp>
        <p:nvSpPr>
          <p:cNvPr id="4" name="Title 1">
            <a:extLst>
              <a:ext uri="{FF2B5EF4-FFF2-40B4-BE49-F238E27FC236}">
                <a16:creationId xmlns:a16="http://schemas.microsoft.com/office/drawing/2014/main" id="{3376ACFF-81FF-4C3A-0F1F-087CF23F673E}"/>
              </a:ext>
            </a:extLst>
          </p:cNvPr>
          <p:cNvSpPr>
            <a:spLocks noGrp="1"/>
          </p:cNvSpPr>
          <p:nvPr>
            <p:ph type="title"/>
          </p:nvPr>
        </p:nvSpPr>
        <p:spPr>
          <a:xfrm>
            <a:off x="421268" y="366185"/>
            <a:ext cx="10704000" cy="281768"/>
          </a:xfrm>
        </p:spPr>
        <p:txBody>
          <a:bodyPr/>
          <a:lstStyle/>
          <a:p>
            <a:r>
              <a:rPr lang="en-GB"/>
              <a:t>Click to edit Master title style</a:t>
            </a:r>
            <a:endParaRPr lang="en-CO"/>
          </a:p>
        </p:txBody>
      </p:sp>
      <p:sp>
        <p:nvSpPr>
          <p:cNvPr id="6" name="Freeform 6">
            <a:extLst>
              <a:ext uri="{FF2B5EF4-FFF2-40B4-BE49-F238E27FC236}">
                <a16:creationId xmlns:a16="http://schemas.microsoft.com/office/drawing/2014/main" id="{2D164404-34C4-642E-6279-3D2AF6890B04}"/>
              </a:ext>
            </a:extLst>
          </p:cNvPr>
          <p:cNvSpPr/>
          <p:nvPr userDrawn="1"/>
        </p:nvSpPr>
        <p:spPr>
          <a:xfrm>
            <a:off x="11042118" y="216128"/>
            <a:ext cx="832337" cy="828000"/>
          </a:xfrm>
          <a:custGeom>
            <a:avLst/>
            <a:gdLst/>
            <a:ahLst/>
            <a:cxnLst/>
            <a:rect l="l" t="t" r="r" b="b"/>
            <a:pathLst>
              <a:path w="5343525" h="5343525">
                <a:moveTo>
                  <a:pt x="0" y="0"/>
                </a:moveTo>
                <a:lnTo>
                  <a:pt x="5343525" y="0"/>
                </a:lnTo>
                <a:lnTo>
                  <a:pt x="5343525" y="5343525"/>
                </a:lnTo>
                <a:lnTo>
                  <a:pt x="0" y="5343525"/>
                </a:lnTo>
                <a:lnTo>
                  <a:pt x="0" y="0"/>
                </a:lnTo>
                <a:close/>
              </a:path>
            </a:pathLst>
          </a:custGeom>
          <a:blipFill>
            <a:blip r:embed="rId2"/>
            <a:stretch>
              <a:fillRect r="-7903" b="-7903"/>
            </a:stretch>
          </a:blipFill>
        </p:spPr>
        <p:txBody>
          <a:bodyPr/>
          <a:lstStyle/>
          <a:p>
            <a:endParaRPr lang="en-GB"/>
          </a:p>
        </p:txBody>
      </p:sp>
    </p:spTree>
    <p:extLst>
      <p:ext uri="{BB962C8B-B14F-4D97-AF65-F5344CB8AC3E}">
        <p14:creationId xmlns:p14="http://schemas.microsoft.com/office/powerpoint/2010/main" val="2641146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bullets" preserve="1" userDrawn="1">
  <p:cSld name="Title + Celonis">
    <p:spTree>
      <p:nvGrpSpPr>
        <p:cNvPr id="1" name="Shape 159"/>
        <p:cNvGrpSpPr/>
        <p:nvPr/>
      </p:nvGrpSpPr>
      <p:grpSpPr>
        <a:xfrm>
          <a:off x="0" y="0"/>
          <a:ext cx="0" cy="0"/>
          <a:chOff x="0" y="0"/>
          <a:chExt cx="0" cy="0"/>
        </a:xfrm>
      </p:grpSpPr>
      <p:sp>
        <p:nvSpPr>
          <p:cNvPr id="4" name="Title 1">
            <a:extLst>
              <a:ext uri="{FF2B5EF4-FFF2-40B4-BE49-F238E27FC236}">
                <a16:creationId xmlns:a16="http://schemas.microsoft.com/office/drawing/2014/main" id="{3376ACFF-81FF-4C3A-0F1F-087CF23F673E}"/>
              </a:ext>
            </a:extLst>
          </p:cNvPr>
          <p:cNvSpPr>
            <a:spLocks noGrp="1"/>
          </p:cNvSpPr>
          <p:nvPr>
            <p:ph type="title"/>
          </p:nvPr>
        </p:nvSpPr>
        <p:spPr>
          <a:xfrm>
            <a:off x="421268" y="366185"/>
            <a:ext cx="9635420" cy="281768"/>
          </a:xfrm>
        </p:spPr>
        <p:txBody>
          <a:bodyPr/>
          <a:lstStyle/>
          <a:p>
            <a:r>
              <a:rPr lang="en-GB"/>
              <a:t>Click to edit Master title style</a:t>
            </a:r>
            <a:endParaRPr lang="en-CO"/>
          </a:p>
        </p:txBody>
      </p:sp>
      <p:sp>
        <p:nvSpPr>
          <p:cNvPr id="6" name="Freeform 6">
            <a:extLst>
              <a:ext uri="{FF2B5EF4-FFF2-40B4-BE49-F238E27FC236}">
                <a16:creationId xmlns:a16="http://schemas.microsoft.com/office/drawing/2014/main" id="{2D164404-34C4-642E-6279-3D2AF6890B04}"/>
              </a:ext>
            </a:extLst>
          </p:cNvPr>
          <p:cNvSpPr/>
          <p:nvPr userDrawn="1"/>
        </p:nvSpPr>
        <p:spPr>
          <a:xfrm>
            <a:off x="11042118" y="216128"/>
            <a:ext cx="832337" cy="828000"/>
          </a:xfrm>
          <a:custGeom>
            <a:avLst/>
            <a:gdLst/>
            <a:ahLst/>
            <a:cxnLst/>
            <a:rect l="l" t="t" r="r" b="b"/>
            <a:pathLst>
              <a:path w="5343525" h="5343525">
                <a:moveTo>
                  <a:pt x="0" y="0"/>
                </a:moveTo>
                <a:lnTo>
                  <a:pt x="5343525" y="0"/>
                </a:lnTo>
                <a:lnTo>
                  <a:pt x="5343525" y="5343525"/>
                </a:lnTo>
                <a:lnTo>
                  <a:pt x="0" y="5343525"/>
                </a:lnTo>
                <a:lnTo>
                  <a:pt x="0" y="0"/>
                </a:lnTo>
                <a:close/>
              </a:path>
            </a:pathLst>
          </a:custGeom>
          <a:blipFill>
            <a:blip r:embed="rId2"/>
            <a:stretch>
              <a:fillRect r="-7903" b="-7903"/>
            </a:stretch>
          </a:blipFill>
        </p:spPr>
        <p:txBody>
          <a:bodyPr/>
          <a:lstStyle/>
          <a:p>
            <a:endParaRPr lang="en-GB"/>
          </a:p>
        </p:txBody>
      </p:sp>
      <p:pic>
        <p:nvPicPr>
          <p:cNvPr id="2" name="Google Shape;1450;p183">
            <a:extLst>
              <a:ext uri="{FF2B5EF4-FFF2-40B4-BE49-F238E27FC236}">
                <a16:creationId xmlns:a16="http://schemas.microsoft.com/office/drawing/2014/main" id="{C474CC34-5262-CC19-08E2-CA8F061D6A56}"/>
              </a:ext>
            </a:extLst>
          </p:cNvPr>
          <p:cNvPicPr preferRelativeResize="0"/>
          <p:nvPr userDrawn="1"/>
        </p:nvPicPr>
        <p:blipFill rotWithShape="1">
          <a:blip r:embed="rId3">
            <a:alphaModFix/>
          </a:blip>
          <a:srcRect/>
          <a:stretch/>
        </p:blipFill>
        <p:spPr>
          <a:xfrm>
            <a:off x="10268178" y="370639"/>
            <a:ext cx="562450" cy="585365"/>
          </a:xfrm>
          <a:prstGeom prst="rect">
            <a:avLst/>
          </a:prstGeom>
          <a:noFill/>
          <a:ln>
            <a:noFill/>
          </a:ln>
        </p:spPr>
      </p:pic>
      <p:cxnSp>
        <p:nvCxnSpPr>
          <p:cNvPr id="5" name="Straight Connector 4">
            <a:extLst>
              <a:ext uri="{FF2B5EF4-FFF2-40B4-BE49-F238E27FC236}">
                <a16:creationId xmlns:a16="http://schemas.microsoft.com/office/drawing/2014/main" id="{82708F98-682A-A112-4A16-021BD8DA7603}"/>
              </a:ext>
            </a:extLst>
          </p:cNvPr>
          <p:cNvCxnSpPr/>
          <p:nvPr userDrawn="1"/>
        </p:nvCxnSpPr>
        <p:spPr>
          <a:xfrm>
            <a:off x="11000321" y="448087"/>
            <a:ext cx="0" cy="4304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2518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bullets" preserve="1" userDrawn="1">
  <p:cSld name="Title + customer logo">
    <p:spTree>
      <p:nvGrpSpPr>
        <p:cNvPr id="1" name="Shape 159"/>
        <p:cNvGrpSpPr/>
        <p:nvPr/>
      </p:nvGrpSpPr>
      <p:grpSpPr>
        <a:xfrm>
          <a:off x="0" y="0"/>
          <a:ext cx="0" cy="0"/>
          <a:chOff x="0" y="0"/>
          <a:chExt cx="0" cy="0"/>
        </a:xfrm>
      </p:grpSpPr>
      <p:sp>
        <p:nvSpPr>
          <p:cNvPr id="4" name="Title 1">
            <a:extLst>
              <a:ext uri="{FF2B5EF4-FFF2-40B4-BE49-F238E27FC236}">
                <a16:creationId xmlns:a16="http://schemas.microsoft.com/office/drawing/2014/main" id="{3376ACFF-81FF-4C3A-0F1F-087CF23F673E}"/>
              </a:ext>
            </a:extLst>
          </p:cNvPr>
          <p:cNvSpPr>
            <a:spLocks noGrp="1"/>
          </p:cNvSpPr>
          <p:nvPr>
            <p:ph type="title"/>
          </p:nvPr>
        </p:nvSpPr>
        <p:spPr>
          <a:xfrm>
            <a:off x="421268" y="366185"/>
            <a:ext cx="9635420" cy="281768"/>
          </a:xfrm>
        </p:spPr>
        <p:txBody>
          <a:bodyPr/>
          <a:lstStyle/>
          <a:p>
            <a:r>
              <a:rPr lang="en-GB"/>
              <a:t>Click to edit Master title style</a:t>
            </a:r>
            <a:endParaRPr lang="en-CO"/>
          </a:p>
        </p:txBody>
      </p:sp>
      <p:sp>
        <p:nvSpPr>
          <p:cNvPr id="6" name="Freeform 6">
            <a:extLst>
              <a:ext uri="{FF2B5EF4-FFF2-40B4-BE49-F238E27FC236}">
                <a16:creationId xmlns:a16="http://schemas.microsoft.com/office/drawing/2014/main" id="{2D164404-34C4-642E-6279-3D2AF6890B04}"/>
              </a:ext>
            </a:extLst>
          </p:cNvPr>
          <p:cNvSpPr/>
          <p:nvPr userDrawn="1"/>
        </p:nvSpPr>
        <p:spPr>
          <a:xfrm>
            <a:off x="11042118" y="216128"/>
            <a:ext cx="832337" cy="828000"/>
          </a:xfrm>
          <a:custGeom>
            <a:avLst/>
            <a:gdLst/>
            <a:ahLst/>
            <a:cxnLst/>
            <a:rect l="l" t="t" r="r" b="b"/>
            <a:pathLst>
              <a:path w="5343525" h="5343525">
                <a:moveTo>
                  <a:pt x="0" y="0"/>
                </a:moveTo>
                <a:lnTo>
                  <a:pt x="5343525" y="0"/>
                </a:lnTo>
                <a:lnTo>
                  <a:pt x="5343525" y="5343525"/>
                </a:lnTo>
                <a:lnTo>
                  <a:pt x="0" y="5343525"/>
                </a:lnTo>
                <a:lnTo>
                  <a:pt x="0" y="0"/>
                </a:lnTo>
                <a:close/>
              </a:path>
            </a:pathLst>
          </a:custGeom>
          <a:blipFill>
            <a:blip r:embed="rId2"/>
            <a:stretch>
              <a:fillRect r="-7903" b="-7903"/>
            </a:stretch>
          </a:blipFill>
        </p:spPr>
        <p:txBody>
          <a:bodyPr/>
          <a:lstStyle/>
          <a:p>
            <a:endParaRPr lang="en-GB"/>
          </a:p>
        </p:txBody>
      </p:sp>
      <p:cxnSp>
        <p:nvCxnSpPr>
          <p:cNvPr id="5" name="Straight Connector 4">
            <a:extLst>
              <a:ext uri="{FF2B5EF4-FFF2-40B4-BE49-F238E27FC236}">
                <a16:creationId xmlns:a16="http://schemas.microsoft.com/office/drawing/2014/main" id="{82708F98-682A-A112-4A16-021BD8DA7603}"/>
              </a:ext>
            </a:extLst>
          </p:cNvPr>
          <p:cNvCxnSpPr/>
          <p:nvPr userDrawn="1"/>
        </p:nvCxnSpPr>
        <p:spPr>
          <a:xfrm>
            <a:off x="11000321" y="448087"/>
            <a:ext cx="0" cy="4304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9326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grey box">
    <p:spTree>
      <p:nvGrpSpPr>
        <p:cNvPr id="1" name=""/>
        <p:cNvGrpSpPr/>
        <p:nvPr/>
      </p:nvGrpSpPr>
      <p:grpSpPr>
        <a:xfrm>
          <a:off x="0" y="0"/>
          <a:ext cx="0" cy="0"/>
          <a:chOff x="0" y="0"/>
          <a:chExt cx="0" cy="0"/>
        </a:xfrm>
      </p:grpSpPr>
      <p:sp>
        <p:nvSpPr>
          <p:cNvPr id="3" name="Google Shape;20135;p2060">
            <a:extLst>
              <a:ext uri="{FF2B5EF4-FFF2-40B4-BE49-F238E27FC236}">
                <a16:creationId xmlns:a16="http://schemas.microsoft.com/office/drawing/2014/main" id="{D934F423-0FDF-3C4A-3BB0-9D86B3EC8C2B}"/>
              </a:ext>
            </a:extLst>
          </p:cNvPr>
          <p:cNvSpPr/>
          <p:nvPr userDrawn="1"/>
        </p:nvSpPr>
        <p:spPr>
          <a:xfrm>
            <a:off x="8040689" y="0"/>
            <a:ext cx="4151312" cy="6858000"/>
          </a:xfrm>
          <a:prstGeom prst="rect">
            <a:avLst/>
          </a:prstGeom>
          <a:solidFill>
            <a:srgbClr val="E5E6E6"/>
          </a:solidFill>
          <a:ln>
            <a:noFill/>
          </a:ln>
        </p:spPr>
        <p:txBody>
          <a:bodyPr spcFirstLastPara="1" wrap="square" lIns="121900" tIns="60933" rIns="121900" bIns="60933" anchor="ctr" anchorCtr="0">
            <a:noAutofit/>
          </a:bodyPr>
          <a:lstStyle/>
          <a:p>
            <a:pPr algn="ctr">
              <a:buClr>
                <a:srgbClr val="000000"/>
              </a:buClr>
              <a:buSzPts val="813"/>
            </a:pPr>
            <a:endParaRPr sz="900" b="1">
              <a:solidFill>
                <a:srgbClr val="F08600"/>
              </a:solidFill>
              <a:latin typeface="Poppins" pitchFamily="2" charset="77"/>
              <a:ea typeface="Arial"/>
              <a:cs typeface="Poppins" pitchFamily="2" charset="77"/>
              <a:sym typeface="Arial"/>
            </a:endParaRPr>
          </a:p>
        </p:txBody>
      </p:sp>
      <p:sp>
        <p:nvSpPr>
          <p:cNvPr id="8" name="Freeform 6">
            <a:extLst>
              <a:ext uri="{FF2B5EF4-FFF2-40B4-BE49-F238E27FC236}">
                <a16:creationId xmlns:a16="http://schemas.microsoft.com/office/drawing/2014/main" id="{FCA6F277-1B24-690D-D9F7-C47721498C7E}"/>
              </a:ext>
            </a:extLst>
          </p:cNvPr>
          <p:cNvSpPr/>
          <p:nvPr userDrawn="1"/>
        </p:nvSpPr>
        <p:spPr>
          <a:xfrm>
            <a:off x="11042118" y="216128"/>
            <a:ext cx="832337" cy="832337"/>
          </a:xfrm>
          <a:custGeom>
            <a:avLst/>
            <a:gdLst/>
            <a:ahLst/>
            <a:cxnLst/>
            <a:rect l="l" t="t" r="r" b="b"/>
            <a:pathLst>
              <a:path w="5343525" h="5343525">
                <a:moveTo>
                  <a:pt x="0" y="0"/>
                </a:moveTo>
                <a:lnTo>
                  <a:pt x="5343525" y="0"/>
                </a:lnTo>
                <a:lnTo>
                  <a:pt x="5343525" y="5343525"/>
                </a:lnTo>
                <a:lnTo>
                  <a:pt x="0" y="5343525"/>
                </a:lnTo>
                <a:lnTo>
                  <a:pt x="0" y="0"/>
                </a:lnTo>
                <a:close/>
              </a:path>
            </a:pathLst>
          </a:custGeom>
          <a:blipFill>
            <a:blip r:embed="rId2"/>
            <a:stretch>
              <a:fillRect r="-7903" b="-7903"/>
            </a:stretch>
          </a:blipFill>
        </p:spPr>
        <p:txBody>
          <a:bodyPr/>
          <a:lstStyle/>
          <a:p>
            <a:endParaRPr lang="en-GB"/>
          </a:p>
        </p:txBody>
      </p:sp>
      <p:sp>
        <p:nvSpPr>
          <p:cNvPr id="9" name="Title 1">
            <a:extLst>
              <a:ext uri="{FF2B5EF4-FFF2-40B4-BE49-F238E27FC236}">
                <a16:creationId xmlns:a16="http://schemas.microsoft.com/office/drawing/2014/main" id="{AD3C276B-70B1-0532-1840-5F2E2B64B41C}"/>
              </a:ext>
            </a:extLst>
          </p:cNvPr>
          <p:cNvSpPr>
            <a:spLocks noGrp="1"/>
          </p:cNvSpPr>
          <p:nvPr>
            <p:ph type="title"/>
          </p:nvPr>
        </p:nvSpPr>
        <p:spPr>
          <a:xfrm>
            <a:off x="421268" y="366185"/>
            <a:ext cx="7526110" cy="281768"/>
          </a:xfrm>
        </p:spPr>
        <p:txBody>
          <a:bodyPr/>
          <a:lstStyle/>
          <a:p>
            <a:r>
              <a:rPr lang="en-GB"/>
              <a:t>Click to edit Master title style</a:t>
            </a:r>
            <a:endParaRPr lang="en-CO"/>
          </a:p>
        </p:txBody>
      </p:sp>
    </p:spTree>
    <p:extLst>
      <p:ext uri="{BB962C8B-B14F-4D97-AF65-F5344CB8AC3E}">
        <p14:creationId xmlns:p14="http://schemas.microsoft.com/office/powerpoint/2010/main" val="1490244081"/>
      </p:ext>
    </p:extLst>
  </p:cSld>
  <p:clrMapOvr>
    <a:masterClrMapping/>
  </p:clrMapOvr>
  <p:extLst>
    <p:ext uri="{DCECCB84-F9BA-43D5-87BE-67443E8EF086}">
      <p15:sldGuideLst xmlns:p15="http://schemas.microsoft.com/office/powerpoint/2012/main">
        <p15:guide id="1" pos="3840" userDrawn="1">
          <p15:clr>
            <a:srgbClr val="FBAE40"/>
          </p15:clr>
        </p15:guide>
        <p15:guide id="2" pos="506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black box">
    <p:spTree>
      <p:nvGrpSpPr>
        <p:cNvPr id="1" name=""/>
        <p:cNvGrpSpPr/>
        <p:nvPr/>
      </p:nvGrpSpPr>
      <p:grpSpPr>
        <a:xfrm>
          <a:off x="0" y="0"/>
          <a:ext cx="0" cy="0"/>
          <a:chOff x="0" y="0"/>
          <a:chExt cx="0" cy="0"/>
        </a:xfrm>
      </p:grpSpPr>
      <p:sp>
        <p:nvSpPr>
          <p:cNvPr id="3" name="Google Shape;20135;p2060">
            <a:extLst>
              <a:ext uri="{FF2B5EF4-FFF2-40B4-BE49-F238E27FC236}">
                <a16:creationId xmlns:a16="http://schemas.microsoft.com/office/drawing/2014/main" id="{D934F423-0FDF-3C4A-3BB0-9D86B3EC8C2B}"/>
              </a:ext>
            </a:extLst>
          </p:cNvPr>
          <p:cNvSpPr/>
          <p:nvPr userDrawn="1"/>
        </p:nvSpPr>
        <p:spPr>
          <a:xfrm>
            <a:off x="8040689" y="0"/>
            <a:ext cx="4151312" cy="6858000"/>
          </a:xfrm>
          <a:prstGeom prst="rect">
            <a:avLst/>
          </a:prstGeom>
          <a:solidFill>
            <a:schemeClr val="tx1"/>
          </a:solidFill>
          <a:ln>
            <a:noFill/>
          </a:ln>
        </p:spPr>
        <p:txBody>
          <a:bodyPr spcFirstLastPara="1" wrap="square" lIns="121900" tIns="60933" rIns="121900" bIns="60933" anchor="ctr" anchorCtr="0">
            <a:noAutofit/>
          </a:bodyPr>
          <a:lstStyle/>
          <a:p>
            <a:pPr algn="ctr">
              <a:buClr>
                <a:srgbClr val="000000"/>
              </a:buClr>
              <a:buSzPts val="813"/>
            </a:pPr>
            <a:endParaRPr sz="900" b="1">
              <a:solidFill>
                <a:srgbClr val="F08600"/>
              </a:solidFill>
              <a:latin typeface="Poppins" pitchFamily="2" charset="77"/>
              <a:ea typeface="Arial"/>
              <a:cs typeface="Poppins" pitchFamily="2" charset="77"/>
              <a:sym typeface="Arial"/>
            </a:endParaRPr>
          </a:p>
        </p:txBody>
      </p:sp>
      <p:sp>
        <p:nvSpPr>
          <p:cNvPr id="9" name="Title 1">
            <a:extLst>
              <a:ext uri="{FF2B5EF4-FFF2-40B4-BE49-F238E27FC236}">
                <a16:creationId xmlns:a16="http://schemas.microsoft.com/office/drawing/2014/main" id="{AD3C276B-70B1-0532-1840-5F2E2B64B41C}"/>
              </a:ext>
            </a:extLst>
          </p:cNvPr>
          <p:cNvSpPr>
            <a:spLocks noGrp="1"/>
          </p:cNvSpPr>
          <p:nvPr>
            <p:ph type="title"/>
          </p:nvPr>
        </p:nvSpPr>
        <p:spPr>
          <a:xfrm>
            <a:off x="421268" y="366185"/>
            <a:ext cx="7619420" cy="281768"/>
          </a:xfrm>
        </p:spPr>
        <p:txBody>
          <a:bodyPr/>
          <a:lstStyle/>
          <a:p>
            <a:r>
              <a:rPr lang="en-GB"/>
              <a:t>Click to edit Master title style</a:t>
            </a:r>
            <a:endParaRPr lang="en-CO"/>
          </a:p>
        </p:txBody>
      </p:sp>
      <p:sp>
        <p:nvSpPr>
          <p:cNvPr id="2" name="Freeform 7">
            <a:extLst>
              <a:ext uri="{FF2B5EF4-FFF2-40B4-BE49-F238E27FC236}">
                <a16:creationId xmlns:a16="http://schemas.microsoft.com/office/drawing/2014/main" id="{5D440D65-E188-973F-4D9C-98A63D2C8CB3}"/>
              </a:ext>
            </a:extLst>
          </p:cNvPr>
          <p:cNvSpPr/>
          <p:nvPr userDrawn="1"/>
        </p:nvSpPr>
        <p:spPr>
          <a:xfrm>
            <a:off x="11041200" y="216000"/>
            <a:ext cx="884132" cy="863915"/>
          </a:xfrm>
          <a:custGeom>
            <a:avLst/>
            <a:gdLst/>
            <a:ahLst/>
            <a:cxnLst/>
            <a:rect l="l" t="t" r="r" b="b"/>
            <a:pathLst>
              <a:path w="5344709" h="5344709">
                <a:moveTo>
                  <a:pt x="0" y="0"/>
                </a:moveTo>
                <a:lnTo>
                  <a:pt x="5344709" y="0"/>
                </a:lnTo>
                <a:lnTo>
                  <a:pt x="5344709" y="5344709"/>
                </a:lnTo>
                <a:lnTo>
                  <a:pt x="0" y="5344709"/>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Regular"/>
              <a:ea typeface="+mn-ea"/>
              <a:cs typeface="+mn-cs"/>
            </a:endParaRPr>
          </a:p>
        </p:txBody>
      </p:sp>
    </p:spTree>
    <p:extLst>
      <p:ext uri="{BB962C8B-B14F-4D97-AF65-F5344CB8AC3E}">
        <p14:creationId xmlns:p14="http://schemas.microsoft.com/office/powerpoint/2010/main" val="3036395588"/>
      </p:ext>
    </p:extLst>
  </p:cSld>
  <p:clrMapOvr>
    <a:masterClrMapping/>
  </p:clrMapOvr>
  <p:extLst>
    <p:ext uri="{DCECCB84-F9BA-43D5-87BE-67443E8EF086}">
      <p15:sldGuideLst xmlns:p15="http://schemas.microsoft.com/office/powerpoint/2012/main">
        <p15:guide id="1" pos="3840" userDrawn="1">
          <p15:clr>
            <a:srgbClr val="FBAE40"/>
          </p15:clr>
        </p15:guide>
        <p15:guide id="2" pos="5065"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p:cSld name="only logo">
    <p:spTree>
      <p:nvGrpSpPr>
        <p:cNvPr id="1" name="Shape 111"/>
        <p:cNvGrpSpPr/>
        <p:nvPr/>
      </p:nvGrpSpPr>
      <p:grpSpPr>
        <a:xfrm>
          <a:off x="0" y="0"/>
          <a:ext cx="0" cy="0"/>
          <a:chOff x="0" y="0"/>
          <a:chExt cx="0" cy="0"/>
        </a:xfrm>
      </p:grpSpPr>
      <p:sp>
        <p:nvSpPr>
          <p:cNvPr id="2" name="Freeform 6">
            <a:extLst>
              <a:ext uri="{FF2B5EF4-FFF2-40B4-BE49-F238E27FC236}">
                <a16:creationId xmlns:a16="http://schemas.microsoft.com/office/drawing/2014/main" id="{FFB70009-FFA2-D8D4-5D9C-50DA7228F028}"/>
              </a:ext>
            </a:extLst>
          </p:cNvPr>
          <p:cNvSpPr/>
          <p:nvPr userDrawn="1"/>
        </p:nvSpPr>
        <p:spPr>
          <a:xfrm>
            <a:off x="11042118" y="216128"/>
            <a:ext cx="832337" cy="828000"/>
          </a:xfrm>
          <a:custGeom>
            <a:avLst/>
            <a:gdLst/>
            <a:ahLst/>
            <a:cxnLst/>
            <a:rect l="l" t="t" r="r" b="b"/>
            <a:pathLst>
              <a:path w="5343525" h="5343525">
                <a:moveTo>
                  <a:pt x="0" y="0"/>
                </a:moveTo>
                <a:lnTo>
                  <a:pt x="5343525" y="0"/>
                </a:lnTo>
                <a:lnTo>
                  <a:pt x="5343525" y="5343525"/>
                </a:lnTo>
                <a:lnTo>
                  <a:pt x="0" y="5343525"/>
                </a:lnTo>
                <a:lnTo>
                  <a:pt x="0" y="0"/>
                </a:lnTo>
                <a:close/>
              </a:path>
            </a:pathLst>
          </a:custGeom>
          <a:blipFill>
            <a:blip r:embed="rId2"/>
            <a:stretch>
              <a:fillRect r="-7903" b="-7903"/>
            </a:stretch>
          </a:blipFill>
        </p:spPr>
        <p:txBody>
          <a:bodyPr/>
          <a:lstStyle/>
          <a:p>
            <a:endParaRPr lang="en-GB"/>
          </a:p>
        </p:txBody>
      </p:sp>
    </p:spTree>
    <p:extLst>
      <p:ext uri="{BB962C8B-B14F-4D97-AF65-F5344CB8AC3E}">
        <p14:creationId xmlns:p14="http://schemas.microsoft.com/office/powerpoint/2010/main" val="610862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body black">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DE48E-2D15-065A-45C6-7D9CE0506094}"/>
              </a:ext>
            </a:extLst>
          </p:cNvPr>
          <p:cNvSpPr>
            <a:spLocks noGrp="1"/>
          </p:cNvSpPr>
          <p:nvPr>
            <p:ph type="title"/>
          </p:nvPr>
        </p:nvSpPr>
        <p:spPr>
          <a:xfrm>
            <a:off x="421268" y="366184"/>
            <a:ext cx="9953221" cy="312046"/>
          </a:xfrm>
        </p:spPr>
        <p:txBody>
          <a:bodyPr/>
          <a:lstStyle>
            <a:lvl1pPr>
              <a:defRPr>
                <a:solidFill>
                  <a:schemeClr val="tx1"/>
                </a:solidFill>
              </a:defRPr>
            </a:lvl1pPr>
          </a:lstStyle>
          <a:p>
            <a:r>
              <a:rPr lang="en-GB"/>
              <a:t>Click to edit Master title style</a:t>
            </a:r>
            <a:endParaRPr lang="en-CO"/>
          </a:p>
        </p:txBody>
      </p:sp>
      <p:sp>
        <p:nvSpPr>
          <p:cNvPr id="9" name="Freeform 7">
            <a:extLst>
              <a:ext uri="{FF2B5EF4-FFF2-40B4-BE49-F238E27FC236}">
                <a16:creationId xmlns:a16="http://schemas.microsoft.com/office/drawing/2014/main" id="{A8317085-8373-9C59-5007-040E89892D17}"/>
              </a:ext>
            </a:extLst>
          </p:cNvPr>
          <p:cNvSpPr/>
          <p:nvPr userDrawn="1"/>
        </p:nvSpPr>
        <p:spPr>
          <a:xfrm>
            <a:off x="11041200" y="216000"/>
            <a:ext cx="884132" cy="863915"/>
          </a:xfrm>
          <a:custGeom>
            <a:avLst/>
            <a:gdLst/>
            <a:ahLst/>
            <a:cxnLst/>
            <a:rect l="l" t="t" r="r" b="b"/>
            <a:pathLst>
              <a:path w="5344709" h="5344709">
                <a:moveTo>
                  <a:pt x="0" y="0"/>
                </a:moveTo>
                <a:lnTo>
                  <a:pt x="5344709" y="0"/>
                </a:lnTo>
                <a:lnTo>
                  <a:pt x="5344709" y="5344709"/>
                </a:lnTo>
                <a:lnTo>
                  <a:pt x="0" y="5344709"/>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Regular"/>
              <a:ea typeface="+mn-ea"/>
              <a:cs typeface="+mn-cs"/>
            </a:endParaRPr>
          </a:p>
        </p:txBody>
      </p:sp>
      <p:sp>
        <p:nvSpPr>
          <p:cNvPr id="3" name="Google Shape;160;p18">
            <a:extLst>
              <a:ext uri="{FF2B5EF4-FFF2-40B4-BE49-F238E27FC236}">
                <a16:creationId xmlns:a16="http://schemas.microsoft.com/office/drawing/2014/main" id="{C4FD5E0F-A4CB-F6DA-49ED-FE84E65BBBFD}"/>
              </a:ext>
            </a:extLst>
          </p:cNvPr>
          <p:cNvSpPr txBox="1">
            <a:spLocks noGrp="1"/>
          </p:cNvSpPr>
          <p:nvPr>
            <p:ph type="body" idx="1"/>
          </p:nvPr>
        </p:nvSpPr>
        <p:spPr>
          <a:xfrm>
            <a:off x="407988" y="1376363"/>
            <a:ext cx="11412537" cy="5108400"/>
          </a:xfrm>
          <a:prstGeom prst="rect">
            <a:avLst/>
          </a:prstGeom>
          <a:noFill/>
          <a:ln>
            <a:noFill/>
          </a:ln>
        </p:spPr>
        <p:txBody>
          <a:bodyPr spcFirstLastPara="1" wrap="square" lIns="36000" tIns="36000" rIns="36000" bIns="36000" anchor="t" anchorCtr="0">
            <a:normAutofit/>
          </a:bodyPr>
          <a:lstStyle>
            <a:lvl1pPr marL="0" lvl="0" indent="0" algn="l">
              <a:lnSpc>
                <a:spcPct val="100000"/>
              </a:lnSpc>
              <a:spcBef>
                <a:spcPts val="0"/>
              </a:spcBef>
              <a:spcAft>
                <a:spcPts val="0"/>
              </a:spcAft>
              <a:buSzPct val="100000"/>
              <a:buFont typeface="Arial" panose="020B0604020202020204" pitchFamily="34" charset="0"/>
              <a:buNone/>
              <a:defRPr sz="1200" b="0" i="0">
                <a:solidFill>
                  <a:schemeClr val="tx1"/>
                </a:solidFill>
                <a:latin typeface="Poppins"/>
                <a:ea typeface="Poppins"/>
                <a:cs typeface="Poppins"/>
                <a:sym typeface="Poppins"/>
              </a:defRPr>
            </a:lvl1pPr>
            <a:lvl2pPr marL="1219170" lvl="1" indent="-457189" algn="l">
              <a:lnSpc>
                <a:spcPct val="100000"/>
              </a:lnSpc>
              <a:spcBef>
                <a:spcPts val="667"/>
              </a:spcBef>
              <a:spcAft>
                <a:spcPts val="0"/>
              </a:spcAft>
              <a:buSzPts val="1800"/>
              <a:buChar char="•"/>
              <a:defRPr b="1" i="0">
                <a:latin typeface="Poppins"/>
                <a:ea typeface="Poppins"/>
                <a:cs typeface="Poppins"/>
                <a:sym typeface="Poppins"/>
              </a:defRPr>
            </a:lvl2pPr>
            <a:lvl3pPr marL="1828754" lvl="2" indent="-440256" algn="l">
              <a:lnSpc>
                <a:spcPct val="100000"/>
              </a:lnSpc>
              <a:spcBef>
                <a:spcPts val="667"/>
              </a:spcBef>
              <a:spcAft>
                <a:spcPts val="0"/>
              </a:spcAft>
              <a:buSzPts val="1600"/>
              <a:buChar char="•"/>
              <a:defRPr b="1" i="0">
                <a:latin typeface="Poppins"/>
                <a:ea typeface="Poppins"/>
                <a:cs typeface="Poppins"/>
                <a:sym typeface="Poppins"/>
              </a:defRPr>
            </a:lvl3pPr>
            <a:lvl4pPr marL="2438339" lvl="3" indent="-423323" algn="l">
              <a:lnSpc>
                <a:spcPct val="100000"/>
              </a:lnSpc>
              <a:spcBef>
                <a:spcPts val="667"/>
              </a:spcBef>
              <a:spcAft>
                <a:spcPts val="0"/>
              </a:spcAft>
              <a:buSzPts val="1400"/>
              <a:buChar char="•"/>
              <a:defRPr b="1" i="0">
                <a:latin typeface="Poppins"/>
                <a:ea typeface="Poppins"/>
                <a:cs typeface="Poppins"/>
                <a:sym typeface="Poppins"/>
              </a:defRPr>
            </a:lvl4pPr>
            <a:lvl5pPr marL="3047924" lvl="4" indent="-406390" algn="l">
              <a:lnSpc>
                <a:spcPct val="100000"/>
              </a:lnSpc>
              <a:spcBef>
                <a:spcPts val="667"/>
              </a:spcBef>
              <a:spcAft>
                <a:spcPts val="0"/>
              </a:spcAft>
              <a:buSzPts val="1200"/>
              <a:buChar char="•"/>
              <a:defRPr b="1" i="0">
                <a:latin typeface="Poppins"/>
                <a:ea typeface="Poppins"/>
                <a:cs typeface="Poppins"/>
                <a:sym typeface="Poppins"/>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pPr lvl="0"/>
            <a:r>
              <a:rPr lang="en-GB"/>
              <a:t>Click to edit Master text styles</a:t>
            </a:r>
          </a:p>
        </p:txBody>
      </p:sp>
    </p:spTree>
    <p:extLst>
      <p:ext uri="{BB962C8B-B14F-4D97-AF65-F5344CB8AC3E}">
        <p14:creationId xmlns:p14="http://schemas.microsoft.com/office/powerpoint/2010/main" val="1964165300"/>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elonis black">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DE48E-2D15-065A-45C6-7D9CE0506094}"/>
              </a:ext>
            </a:extLst>
          </p:cNvPr>
          <p:cNvSpPr>
            <a:spLocks noGrp="1"/>
          </p:cNvSpPr>
          <p:nvPr>
            <p:ph type="title"/>
          </p:nvPr>
        </p:nvSpPr>
        <p:spPr>
          <a:xfrm>
            <a:off x="421269" y="366184"/>
            <a:ext cx="9253084" cy="312046"/>
          </a:xfrm>
        </p:spPr>
        <p:txBody>
          <a:bodyPr/>
          <a:lstStyle>
            <a:lvl1pPr>
              <a:defRPr>
                <a:solidFill>
                  <a:schemeClr val="tx1"/>
                </a:solidFill>
              </a:defRPr>
            </a:lvl1pPr>
          </a:lstStyle>
          <a:p>
            <a:r>
              <a:rPr lang="en-GB"/>
              <a:t>Click to edit Master title style</a:t>
            </a:r>
            <a:endParaRPr lang="en-CO"/>
          </a:p>
        </p:txBody>
      </p:sp>
      <p:sp>
        <p:nvSpPr>
          <p:cNvPr id="9" name="Freeform 7">
            <a:extLst>
              <a:ext uri="{FF2B5EF4-FFF2-40B4-BE49-F238E27FC236}">
                <a16:creationId xmlns:a16="http://schemas.microsoft.com/office/drawing/2014/main" id="{A8317085-8373-9C59-5007-040E89892D17}"/>
              </a:ext>
            </a:extLst>
          </p:cNvPr>
          <p:cNvSpPr/>
          <p:nvPr userDrawn="1"/>
        </p:nvSpPr>
        <p:spPr>
          <a:xfrm>
            <a:off x="11041200" y="216000"/>
            <a:ext cx="884132" cy="863915"/>
          </a:xfrm>
          <a:custGeom>
            <a:avLst/>
            <a:gdLst/>
            <a:ahLst/>
            <a:cxnLst/>
            <a:rect l="l" t="t" r="r" b="b"/>
            <a:pathLst>
              <a:path w="5344709" h="5344709">
                <a:moveTo>
                  <a:pt x="0" y="0"/>
                </a:moveTo>
                <a:lnTo>
                  <a:pt x="5344709" y="0"/>
                </a:lnTo>
                <a:lnTo>
                  <a:pt x="5344709" y="5344709"/>
                </a:lnTo>
                <a:lnTo>
                  <a:pt x="0" y="5344709"/>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Regular"/>
              <a:ea typeface="+mn-ea"/>
              <a:cs typeface="+mn-cs"/>
            </a:endParaRPr>
          </a:p>
        </p:txBody>
      </p:sp>
      <p:cxnSp>
        <p:nvCxnSpPr>
          <p:cNvPr id="4" name="Straight Connector 3">
            <a:extLst>
              <a:ext uri="{FF2B5EF4-FFF2-40B4-BE49-F238E27FC236}">
                <a16:creationId xmlns:a16="http://schemas.microsoft.com/office/drawing/2014/main" id="{AAD94140-1F02-8BCA-C4A5-7D93D350FEC9}"/>
              </a:ext>
            </a:extLst>
          </p:cNvPr>
          <p:cNvCxnSpPr/>
          <p:nvPr userDrawn="1"/>
        </p:nvCxnSpPr>
        <p:spPr>
          <a:xfrm>
            <a:off x="11000321" y="448087"/>
            <a:ext cx="0" cy="4304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Google Shape;299;p38">
            <a:extLst>
              <a:ext uri="{FF2B5EF4-FFF2-40B4-BE49-F238E27FC236}">
                <a16:creationId xmlns:a16="http://schemas.microsoft.com/office/drawing/2014/main" id="{5E216044-C656-8C28-336D-AF7CB934C199}"/>
              </a:ext>
            </a:extLst>
          </p:cNvPr>
          <p:cNvPicPr preferRelativeResize="0"/>
          <p:nvPr userDrawn="1"/>
        </p:nvPicPr>
        <p:blipFill rotWithShape="1">
          <a:blip r:embed="rId3">
            <a:alphaModFix/>
          </a:blip>
          <a:srcRect/>
          <a:stretch/>
        </p:blipFill>
        <p:spPr>
          <a:xfrm>
            <a:off x="10261828" y="369204"/>
            <a:ext cx="568800" cy="586800"/>
          </a:xfrm>
          <a:prstGeom prst="rect">
            <a:avLst/>
          </a:prstGeom>
          <a:noFill/>
          <a:ln>
            <a:noFill/>
          </a:ln>
        </p:spPr>
      </p:pic>
    </p:spTree>
    <p:extLst>
      <p:ext uri="{BB962C8B-B14F-4D97-AF65-F5344CB8AC3E}">
        <p14:creationId xmlns:p14="http://schemas.microsoft.com/office/powerpoint/2010/main" val="216240617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preserve="1">
  <p:cSld name="only logo black dynamic">
    <p:bg>
      <p:bgPr>
        <a:solidFill>
          <a:schemeClr val="tx1"/>
        </a:solidFill>
        <a:effectLst/>
      </p:bgPr>
    </p:bg>
    <p:spTree>
      <p:nvGrpSpPr>
        <p:cNvPr id="1" name="Shape 111"/>
        <p:cNvGrpSpPr/>
        <p:nvPr/>
      </p:nvGrpSpPr>
      <p:grpSpPr>
        <a:xfrm>
          <a:off x="0" y="0"/>
          <a:ext cx="0" cy="0"/>
          <a:chOff x="0" y="0"/>
          <a:chExt cx="0" cy="0"/>
        </a:xfrm>
      </p:grpSpPr>
      <p:sp>
        <p:nvSpPr>
          <p:cNvPr id="3" name="Freeform 7">
            <a:extLst>
              <a:ext uri="{FF2B5EF4-FFF2-40B4-BE49-F238E27FC236}">
                <a16:creationId xmlns:a16="http://schemas.microsoft.com/office/drawing/2014/main" id="{69C4A687-2169-8B8F-980C-4739B8010352}"/>
              </a:ext>
            </a:extLst>
          </p:cNvPr>
          <p:cNvSpPr/>
          <p:nvPr userDrawn="1"/>
        </p:nvSpPr>
        <p:spPr>
          <a:xfrm>
            <a:off x="11041200" y="216000"/>
            <a:ext cx="884132" cy="863915"/>
          </a:xfrm>
          <a:custGeom>
            <a:avLst/>
            <a:gdLst/>
            <a:ahLst/>
            <a:cxnLst/>
            <a:rect l="l" t="t" r="r" b="b"/>
            <a:pathLst>
              <a:path w="5344709" h="5344709">
                <a:moveTo>
                  <a:pt x="0" y="0"/>
                </a:moveTo>
                <a:lnTo>
                  <a:pt x="5344709" y="0"/>
                </a:lnTo>
                <a:lnTo>
                  <a:pt x="5344709" y="5344709"/>
                </a:lnTo>
                <a:lnTo>
                  <a:pt x="0" y="5344709"/>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Regular"/>
              <a:ea typeface="+mn-ea"/>
              <a:cs typeface="+mn-cs"/>
            </a:endParaRPr>
          </a:p>
        </p:txBody>
      </p:sp>
      <p:pic>
        <p:nvPicPr>
          <p:cNvPr id="2" name="Picture 1">
            <a:extLst>
              <a:ext uri="{FF2B5EF4-FFF2-40B4-BE49-F238E27FC236}">
                <a16:creationId xmlns:a16="http://schemas.microsoft.com/office/drawing/2014/main" id="{9434C73E-D711-F2AA-F031-1C87A7732771}"/>
              </a:ext>
            </a:extLst>
          </p:cNvPr>
          <p:cNvPicPr>
            <a:picLocks noChangeAspect="1"/>
          </p:cNvPicPr>
          <p:nvPr userDrawn="1"/>
        </p:nvPicPr>
        <p:blipFill>
          <a:blip r:embed="rId3"/>
          <a:srcRect/>
          <a:stretch/>
        </p:blipFill>
        <p:spPr>
          <a:xfrm>
            <a:off x="7257951" y="4196665"/>
            <a:ext cx="4934049" cy="2775402"/>
          </a:xfrm>
          <a:prstGeom prst="rect">
            <a:avLst/>
          </a:prstGeom>
        </p:spPr>
      </p:pic>
      <p:pic>
        <p:nvPicPr>
          <p:cNvPr id="4" name="Picture 3">
            <a:extLst>
              <a:ext uri="{FF2B5EF4-FFF2-40B4-BE49-F238E27FC236}">
                <a16:creationId xmlns:a16="http://schemas.microsoft.com/office/drawing/2014/main" id="{C48812A1-D9F9-68F4-89F4-3A9B335F5567}"/>
              </a:ext>
            </a:extLst>
          </p:cNvPr>
          <p:cNvPicPr>
            <a:picLocks noChangeAspect="1"/>
          </p:cNvPicPr>
          <p:nvPr userDrawn="1"/>
        </p:nvPicPr>
        <p:blipFill>
          <a:blip r:embed="rId3"/>
          <a:srcRect/>
          <a:stretch/>
        </p:blipFill>
        <p:spPr>
          <a:xfrm rot="10800000">
            <a:off x="49155" y="0"/>
            <a:ext cx="4934049" cy="2775402"/>
          </a:xfrm>
          <a:prstGeom prst="rect">
            <a:avLst/>
          </a:prstGeom>
        </p:spPr>
      </p:pic>
      <p:sp>
        <p:nvSpPr>
          <p:cNvPr id="6" name="Rectangle 5">
            <a:extLst>
              <a:ext uri="{FF2B5EF4-FFF2-40B4-BE49-F238E27FC236}">
                <a16:creationId xmlns:a16="http://schemas.microsoft.com/office/drawing/2014/main" id="{3CACAB28-8B8A-A875-CBBE-88BF9B56D917}"/>
              </a:ext>
            </a:extLst>
          </p:cNvPr>
          <p:cNvSpPr/>
          <p:nvPr userDrawn="1"/>
        </p:nvSpPr>
        <p:spPr>
          <a:xfrm>
            <a:off x="-1" y="0"/>
            <a:ext cx="12192001" cy="523220"/>
          </a:xfrm>
          <a:prstGeom prst="rect">
            <a:avLst/>
          </a:prstGeom>
          <a:noFill/>
        </p:spPr>
        <p:txBody>
          <a:bodyPr wrap="square">
            <a:spAutoFit/>
          </a:bodyPr>
          <a:lstStyle/>
          <a:p>
            <a:pPr defTabSz="914377">
              <a:defRPr/>
            </a:pPr>
            <a:endParaRPr lang="en-US" sz="2800" b="1" kern="0">
              <a:solidFill>
                <a:srgbClr val="FFFFFF"/>
              </a:solidFill>
              <a:latin typeface="Poppins" pitchFamily="2" charset="77"/>
              <a:cs typeface="Poppins" pitchFamily="2" charset="77"/>
              <a:sym typeface="Arial"/>
            </a:endParaRPr>
          </a:p>
        </p:txBody>
      </p:sp>
    </p:spTree>
    <p:extLst>
      <p:ext uri="{BB962C8B-B14F-4D97-AF65-F5344CB8AC3E}">
        <p14:creationId xmlns:p14="http://schemas.microsoft.com/office/powerpoint/2010/main" val="2975734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reserve="1">
  <p:cSld name="black 50% dynamic">
    <p:bg>
      <p:bgPr>
        <a:solidFill>
          <a:schemeClr val="tx1"/>
        </a:solidFill>
        <a:effectLst/>
      </p:bgPr>
    </p:bg>
    <p:spTree>
      <p:nvGrpSpPr>
        <p:cNvPr id="1" name="Shape 111"/>
        <p:cNvGrpSpPr/>
        <p:nvPr/>
      </p:nvGrpSpPr>
      <p:grpSpPr>
        <a:xfrm>
          <a:off x="0" y="0"/>
          <a:ext cx="0" cy="0"/>
          <a:chOff x="0" y="0"/>
          <a:chExt cx="0" cy="0"/>
        </a:xfrm>
      </p:grpSpPr>
      <p:pic>
        <p:nvPicPr>
          <p:cNvPr id="2" name="Picture 1">
            <a:extLst>
              <a:ext uri="{FF2B5EF4-FFF2-40B4-BE49-F238E27FC236}">
                <a16:creationId xmlns:a16="http://schemas.microsoft.com/office/drawing/2014/main" id="{9434C73E-D711-F2AA-F031-1C87A7732771}"/>
              </a:ext>
            </a:extLst>
          </p:cNvPr>
          <p:cNvPicPr>
            <a:picLocks noChangeAspect="1"/>
          </p:cNvPicPr>
          <p:nvPr userDrawn="1"/>
        </p:nvPicPr>
        <p:blipFill>
          <a:blip r:embed="rId2"/>
          <a:srcRect/>
          <a:stretch/>
        </p:blipFill>
        <p:spPr>
          <a:xfrm>
            <a:off x="7257951" y="4196665"/>
            <a:ext cx="4934049" cy="2775402"/>
          </a:xfrm>
          <a:prstGeom prst="rect">
            <a:avLst/>
          </a:prstGeom>
        </p:spPr>
      </p:pic>
      <p:pic>
        <p:nvPicPr>
          <p:cNvPr id="4" name="Picture 3">
            <a:extLst>
              <a:ext uri="{FF2B5EF4-FFF2-40B4-BE49-F238E27FC236}">
                <a16:creationId xmlns:a16="http://schemas.microsoft.com/office/drawing/2014/main" id="{C48812A1-D9F9-68F4-89F4-3A9B335F5567}"/>
              </a:ext>
            </a:extLst>
          </p:cNvPr>
          <p:cNvPicPr>
            <a:picLocks noChangeAspect="1"/>
          </p:cNvPicPr>
          <p:nvPr userDrawn="1"/>
        </p:nvPicPr>
        <p:blipFill>
          <a:blip r:embed="rId2"/>
          <a:srcRect/>
          <a:stretch/>
        </p:blipFill>
        <p:spPr>
          <a:xfrm rot="10800000">
            <a:off x="-949" y="0"/>
            <a:ext cx="4934049" cy="2775402"/>
          </a:xfrm>
          <a:prstGeom prst="rect">
            <a:avLst/>
          </a:prstGeom>
        </p:spPr>
      </p:pic>
      <p:sp>
        <p:nvSpPr>
          <p:cNvPr id="6" name="Rectangle 5">
            <a:extLst>
              <a:ext uri="{FF2B5EF4-FFF2-40B4-BE49-F238E27FC236}">
                <a16:creationId xmlns:a16="http://schemas.microsoft.com/office/drawing/2014/main" id="{3CACAB28-8B8A-A875-CBBE-88BF9B56D917}"/>
              </a:ext>
            </a:extLst>
          </p:cNvPr>
          <p:cNvSpPr/>
          <p:nvPr userDrawn="1"/>
        </p:nvSpPr>
        <p:spPr>
          <a:xfrm>
            <a:off x="-1" y="0"/>
            <a:ext cx="12192001" cy="523220"/>
          </a:xfrm>
          <a:prstGeom prst="rect">
            <a:avLst/>
          </a:prstGeom>
          <a:noFill/>
        </p:spPr>
        <p:txBody>
          <a:bodyPr wrap="square">
            <a:spAutoFit/>
          </a:bodyPr>
          <a:lstStyle/>
          <a:p>
            <a:pPr defTabSz="914377">
              <a:defRPr/>
            </a:pPr>
            <a:endParaRPr lang="en-US" sz="2800" b="1" kern="0">
              <a:solidFill>
                <a:srgbClr val="FFFFFF"/>
              </a:solidFill>
              <a:latin typeface="Poppins" pitchFamily="2" charset="77"/>
              <a:cs typeface="Poppins" pitchFamily="2" charset="77"/>
              <a:sym typeface="Arial"/>
            </a:endParaRPr>
          </a:p>
        </p:txBody>
      </p:sp>
      <p:sp>
        <p:nvSpPr>
          <p:cNvPr id="5" name="Rectangle 4">
            <a:extLst>
              <a:ext uri="{FF2B5EF4-FFF2-40B4-BE49-F238E27FC236}">
                <a16:creationId xmlns:a16="http://schemas.microsoft.com/office/drawing/2014/main" id="{E67C958B-8791-02E6-52EF-5ADC6618A260}"/>
              </a:ext>
            </a:extLst>
          </p:cNvPr>
          <p:cNvSpPr/>
          <p:nvPr userDrawn="1"/>
        </p:nvSpPr>
        <p:spPr>
          <a:xfrm>
            <a:off x="-1" y="9625"/>
            <a:ext cx="12192001" cy="6858000"/>
          </a:xfrm>
          <a:prstGeom prst="rect">
            <a:avLst/>
          </a:prstGeom>
          <a:gradFill flip="none" rotWithShape="1">
            <a:gsLst>
              <a:gs pos="10000">
                <a:srgbClr val="000000">
                  <a:alpha val="26235"/>
                </a:srgbClr>
              </a:gs>
              <a:gs pos="46000">
                <a:srgbClr val="000000">
                  <a:alpha val="57000"/>
                </a:srgbClr>
              </a:gs>
              <a:gs pos="99000">
                <a:srgbClr val="000000">
                  <a:alpha val="76000"/>
                </a:srgbClr>
              </a:gs>
            </a:gsLst>
            <a:lin ang="10800000" scaled="0"/>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Poppins-Regular"/>
              <a:ea typeface="+mn-ea"/>
              <a:cs typeface="+mn-cs"/>
            </a:endParaRPr>
          </a:p>
        </p:txBody>
      </p:sp>
      <p:sp>
        <p:nvSpPr>
          <p:cNvPr id="7" name="Freeform 7">
            <a:extLst>
              <a:ext uri="{FF2B5EF4-FFF2-40B4-BE49-F238E27FC236}">
                <a16:creationId xmlns:a16="http://schemas.microsoft.com/office/drawing/2014/main" id="{7E0D8F75-F489-78AB-3E95-0CA64050F71A}"/>
              </a:ext>
            </a:extLst>
          </p:cNvPr>
          <p:cNvSpPr/>
          <p:nvPr userDrawn="1"/>
        </p:nvSpPr>
        <p:spPr>
          <a:xfrm>
            <a:off x="11041200" y="216000"/>
            <a:ext cx="884132" cy="863915"/>
          </a:xfrm>
          <a:custGeom>
            <a:avLst/>
            <a:gdLst/>
            <a:ahLst/>
            <a:cxnLst/>
            <a:rect l="l" t="t" r="r" b="b"/>
            <a:pathLst>
              <a:path w="5344709" h="5344709">
                <a:moveTo>
                  <a:pt x="0" y="0"/>
                </a:moveTo>
                <a:lnTo>
                  <a:pt x="5344709" y="0"/>
                </a:lnTo>
                <a:lnTo>
                  <a:pt x="5344709" y="5344709"/>
                </a:lnTo>
                <a:lnTo>
                  <a:pt x="0" y="5344709"/>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Regular"/>
              <a:ea typeface="+mn-ea"/>
              <a:cs typeface="+mn-cs"/>
            </a:endParaRPr>
          </a:p>
        </p:txBody>
      </p:sp>
    </p:spTree>
    <p:extLst>
      <p:ext uri="{BB962C8B-B14F-4D97-AF65-F5344CB8AC3E}">
        <p14:creationId xmlns:p14="http://schemas.microsoft.com/office/powerpoint/2010/main" val="1027832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w 50/50">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750C7D3-7F98-965B-4A5A-768D5343A0FB}"/>
              </a:ext>
            </a:extLst>
          </p:cNvPr>
          <p:cNvSpPr/>
          <p:nvPr userDrawn="1"/>
        </p:nvSpPr>
        <p:spPr>
          <a:xfrm>
            <a:off x="6091824" y="0"/>
            <a:ext cx="6100176"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23120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w 50/50 + shap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750C7D3-7F98-965B-4A5A-768D5343A0FB}"/>
              </a:ext>
            </a:extLst>
          </p:cNvPr>
          <p:cNvSpPr/>
          <p:nvPr userDrawn="1"/>
        </p:nvSpPr>
        <p:spPr>
          <a:xfrm>
            <a:off x="6092453" y="8685"/>
            <a:ext cx="6092451" cy="68493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3">
            <a:extLst>
              <a:ext uri="{FF2B5EF4-FFF2-40B4-BE49-F238E27FC236}">
                <a16:creationId xmlns:a16="http://schemas.microsoft.com/office/drawing/2014/main" id="{EB275BD7-303D-726C-0871-E7D4048FA5C2}"/>
              </a:ext>
            </a:extLst>
          </p:cNvPr>
          <p:cNvSpPr/>
          <p:nvPr/>
        </p:nvSpPr>
        <p:spPr>
          <a:xfrm>
            <a:off x="6100803" y="2059396"/>
            <a:ext cx="1793091" cy="3510978"/>
          </a:xfrm>
          <a:custGeom>
            <a:avLst/>
            <a:gdLst/>
            <a:ahLst/>
            <a:cxnLst/>
            <a:rect l="l" t="t" r="r" b="b"/>
            <a:pathLst>
              <a:path w="2441676" h="4780946">
                <a:moveTo>
                  <a:pt x="0" y="0"/>
                </a:moveTo>
                <a:lnTo>
                  <a:pt x="2441676" y="0"/>
                </a:lnTo>
                <a:lnTo>
                  <a:pt x="2441676" y="4780946"/>
                </a:lnTo>
                <a:lnTo>
                  <a:pt x="0" y="4780946"/>
                </a:lnTo>
                <a:lnTo>
                  <a:pt x="0" y="0"/>
                </a:lnTo>
                <a:close/>
              </a:path>
            </a:pathLst>
          </a:custGeom>
          <a:blipFill dpi="0" rotWithShape="1">
            <a:blip>
              <a:extLst>
                <a:ext uri="{96DAC541-7B7A-43D3-8B79-37D633B846F1}">
                  <asvg:svgBlip xmlns:asvg="http://schemas.microsoft.com/office/drawing/2016/SVG/main" r:embed="rId2"/>
                </a:ext>
              </a:extLst>
            </a:blip>
            <a:srcRect/>
            <a:stretch>
              <a:fillRect l="-99124"/>
            </a:stretch>
          </a:blipFill>
        </p:spPr>
        <p:txBody>
          <a:bodyPr/>
          <a:lstStyle/>
          <a:p>
            <a:endParaRPr lang="en-US"/>
          </a:p>
        </p:txBody>
      </p:sp>
      <p:sp>
        <p:nvSpPr>
          <p:cNvPr id="7" name="Rectangle 6">
            <a:extLst>
              <a:ext uri="{FF2B5EF4-FFF2-40B4-BE49-F238E27FC236}">
                <a16:creationId xmlns:a16="http://schemas.microsoft.com/office/drawing/2014/main" id="{36F698BF-6B3C-A2F4-57D1-7C7B5B82A578}"/>
              </a:ext>
            </a:extLst>
          </p:cNvPr>
          <p:cNvSpPr/>
          <p:nvPr/>
        </p:nvSpPr>
        <p:spPr>
          <a:xfrm>
            <a:off x="6107271" y="2014393"/>
            <a:ext cx="2384250" cy="3755076"/>
          </a:xfrm>
          <a:prstGeom prst="rect">
            <a:avLst/>
          </a:prstGeom>
          <a:solidFill>
            <a:schemeClr val="tx1">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4">
            <a:extLst>
              <a:ext uri="{FF2B5EF4-FFF2-40B4-BE49-F238E27FC236}">
                <a16:creationId xmlns:a16="http://schemas.microsoft.com/office/drawing/2014/main" id="{CF2ADC1E-9605-BB00-CD35-688933477177}"/>
              </a:ext>
            </a:extLst>
          </p:cNvPr>
          <p:cNvSpPr/>
          <p:nvPr userDrawn="1"/>
        </p:nvSpPr>
        <p:spPr>
          <a:xfrm>
            <a:off x="4308571" y="2059397"/>
            <a:ext cx="1782627" cy="3510977"/>
          </a:xfrm>
          <a:custGeom>
            <a:avLst/>
            <a:gdLst/>
            <a:ahLst/>
            <a:cxnLst/>
            <a:rect l="l" t="t" r="r" b="b"/>
            <a:pathLst>
              <a:path w="2427427" h="4780946">
                <a:moveTo>
                  <a:pt x="0" y="0"/>
                </a:moveTo>
                <a:lnTo>
                  <a:pt x="2427428" y="0"/>
                </a:lnTo>
                <a:lnTo>
                  <a:pt x="2427428" y="4780946"/>
                </a:lnTo>
                <a:lnTo>
                  <a:pt x="0" y="4780946"/>
                </a:lnTo>
                <a:lnTo>
                  <a:pt x="0" y="0"/>
                </a:lnTo>
                <a:close/>
              </a:path>
            </a:pathLst>
          </a:custGeom>
          <a:blipFill>
            <a:blip>
              <a:extLst>
                <a:ext uri="{96DAC541-7B7A-43D3-8B79-37D633B846F1}">
                  <asvg:svgBlip xmlns:asvg="http://schemas.microsoft.com/office/drawing/2016/SVG/main" r:embed="rId3"/>
                </a:ext>
              </a:extLst>
            </a:blip>
            <a:stretch>
              <a:fillRect r="-100293"/>
            </a:stretch>
          </a:blipFill>
        </p:spPr>
        <p:txBody>
          <a:bodyPr/>
          <a:lstStyle/>
          <a:p>
            <a:endParaRPr lang="en-US"/>
          </a:p>
        </p:txBody>
      </p:sp>
      <p:sp>
        <p:nvSpPr>
          <p:cNvPr id="6" name="Rectangle 5">
            <a:extLst>
              <a:ext uri="{FF2B5EF4-FFF2-40B4-BE49-F238E27FC236}">
                <a16:creationId xmlns:a16="http://schemas.microsoft.com/office/drawing/2014/main" id="{200FF4D5-FF3E-3FBA-4BF7-EAD4BF90461C}"/>
              </a:ext>
            </a:extLst>
          </p:cNvPr>
          <p:cNvSpPr/>
          <p:nvPr userDrawn="1"/>
        </p:nvSpPr>
        <p:spPr>
          <a:xfrm>
            <a:off x="3700795" y="2059396"/>
            <a:ext cx="2384249" cy="3755076"/>
          </a:xfrm>
          <a:prstGeom prst="rect">
            <a:avLst/>
          </a:prstGeom>
          <a:solidFill>
            <a:schemeClr val="bg1">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8963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grey">
    <p:bg>
      <p:bgPr>
        <a:solidFill>
          <a:schemeClr val="bg1">
            <a:lumMod val="85000"/>
          </a:schemeClr>
        </a:solidFill>
        <a:effectLst/>
      </p:bgPr>
    </p:bg>
    <p:spTree>
      <p:nvGrpSpPr>
        <p:cNvPr id="1" name=""/>
        <p:cNvGrpSpPr/>
        <p:nvPr/>
      </p:nvGrpSpPr>
      <p:grpSpPr>
        <a:xfrm>
          <a:off x="0" y="0"/>
          <a:ext cx="0" cy="0"/>
          <a:chOff x="0" y="0"/>
          <a:chExt cx="0" cy="0"/>
        </a:xfrm>
      </p:grpSpPr>
      <p:sp>
        <p:nvSpPr>
          <p:cNvPr id="2" name="Google Shape;160;p18">
            <a:extLst>
              <a:ext uri="{FF2B5EF4-FFF2-40B4-BE49-F238E27FC236}">
                <a16:creationId xmlns:a16="http://schemas.microsoft.com/office/drawing/2014/main" id="{B7C0C792-8CC0-ABF2-75AB-9B0D57E325C7}"/>
              </a:ext>
            </a:extLst>
          </p:cNvPr>
          <p:cNvSpPr txBox="1">
            <a:spLocks noGrp="1"/>
          </p:cNvSpPr>
          <p:nvPr>
            <p:ph type="body" idx="1"/>
          </p:nvPr>
        </p:nvSpPr>
        <p:spPr>
          <a:xfrm>
            <a:off x="776401" y="3579777"/>
            <a:ext cx="9953221" cy="459867"/>
          </a:xfrm>
          <a:prstGeom prst="rect">
            <a:avLst/>
          </a:prstGeom>
          <a:noFill/>
          <a:ln>
            <a:noFill/>
          </a:ln>
        </p:spPr>
        <p:txBody>
          <a:bodyPr spcFirstLastPara="1" wrap="square" lIns="0" tIns="0" rIns="0" bIns="0" anchor="t" anchorCtr="0">
            <a:noAutofit/>
          </a:bodyPr>
          <a:lstStyle>
            <a:lvl1pPr marL="0" lvl="0" indent="0" algn="l">
              <a:lnSpc>
                <a:spcPct val="100000"/>
              </a:lnSpc>
              <a:spcBef>
                <a:spcPts val="1333"/>
              </a:spcBef>
              <a:spcAft>
                <a:spcPts val="0"/>
              </a:spcAft>
              <a:buSzPts val="2000"/>
              <a:buNone/>
              <a:defRPr sz="2000" b="1" i="0">
                <a:solidFill>
                  <a:schemeClr val="tx1"/>
                </a:solidFill>
                <a:latin typeface="Poppins"/>
                <a:ea typeface="Poppins"/>
                <a:cs typeface="Poppins"/>
                <a:sym typeface="Poppins"/>
              </a:defRPr>
            </a:lvl1pPr>
            <a:lvl2pPr marL="1219170" lvl="1" indent="-457189" algn="l">
              <a:lnSpc>
                <a:spcPct val="100000"/>
              </a:lnSpc>
              <a:spcBef>
                <a:spcPts val="667"/>
              </a:spcBef>
              <a:spcAft>
                <a:spcPts val="0"/>
              </a:spcAft>
              <a:buSzPts val="1800"/>
              <a:buChar char="•"/>
              <a:defRPr b="1" i="0">
                <a:latin typeface="Poppins"/>
                <a:ea typeface="Poppins"/>
                <a:cs typeface="Poppins"/>
                <a:sym typeface="Poppins"/>
              </a:defRPr>
            </a:lvl2pPr>
            <a:lvl3pPr marL="1828754" lvl="2" indent="-440256" algn="l">
              <a:lnSpc>
                <a:spcPct val="100000"/>
              </a:lnSpc>
              <a:spcBef>
                <a:spcPts val="667"/>
              </a:spcBef>
              <a:spcAft>
                <a:spcPts val="0"/>
              </a:spcAft>
              <a:buSzPts val="1600"/>
              <a:buChar char="•"/>
              <a:defRPr b="1" i="0">
                <a:latin typeface="Poppins"/>
                <a:ea typeface="Poppins"/>
                <a:cs typeface="Poppins"/>
                <a:sym typeface="Poppins"/>
              </a:defRPr>
            </a:lvl3pPr>
            <a:lvl4pPr marL="2438339" lvl="3" indent="-423323" algn="l">
              <a:lnSpc>
                <a:spcPct val="100000"/>
              </a:lnSpc>
              <a:spcBef>
                <a:spcPts val="667"/>
              </a:spcBef>
              <a:spcAft>
                <a:spcPts val="0"/>
              </a:spcAft>
              <a:buSzPts val="1400"/>
              <a:buChar char="•"/>
              <a:defRPr b="1" i="0">
                <a:latin typeface="Poppins"/>
                <a:ea typeface="Poppins"/>
                <a:cs typeface="Poppins"/>
                <a:sym typeface="Poppins"/>
              </a:defRPr>
            </a:lvl4pPr>
            <a:lvl5pPr marL="3047924" lvl="4" indent="-406390" algn="l">
              <a:lnSpc>
                <a:spcPct val="100000"/>
              </a:lnSpc>
              <a:spcBef>
                <a:spcPts val="667"/>
              </a:spcBef>
              <a:spcAft>
                <a:spcPts val="0"/>
              </a:spcAft>
              <a:buSzPts val="1200"/>
              <a:buChar char="•"/>
              <a:defRPr b="1" i="0">
                <a:latin typeface="Poppins"/>
                <a:ea typeface="Poppins"/>
                <a:cs typeface="Poppins"/>
                <a:sym typeface="Poppins"/>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pPr lvl="0"/>
            <a:r>
              <a:rPr lang="en-GB"/>
              <a:t>Click to edit Master text styles</a:t>
            </a:r>
          </a:p>
        </p:txBody>
      </p:sp>
      <p:sp>
        <p:nvSpPr>
          <p:cNvPr id="5" name="Title 1">
            <a:extLst>
              <a:ext uri="{FF2B5EF4-FFF2-40B4-BE49-F238E27FC236}">
                <a16:creationId xmlns:a16="http://schemas.microsoft.com/office/drawing/2014/main" id="{09F33437-15CB-B34B-F238-C8739C523A5D}"/>
              </a:ext>
            </a:extLst>
          </p:cNvPr>
          <p:cNvSpPr>
            <a:spLocks noGrp="1"/>
          </p:cNvSpPr>
          <p:nvPr>
            <p:ph type="title"/>
          </p:nvPr>
        </p:nvSpPr>
        <p:spPr>
          <a:xfrm>
            <a:off x="776401" y="2176195"/>
            <a:ext cx="9953221" cy="1022400"/>
          </a:xfrm>
        </p:spPr>
        <p:txBody>
          <a:bodyPr anchor="ctr"/>
          <a:lstStyle>
            <a:lvl1pPr>
              <a:defRPr sz="2800">
                <a:solidFill>
                  <a:schemeClr val="accent1"/>
                </a:solidFill>
              </a:defRPr>
            </a:lvl1pPr>
          </a:lstStyle>
          <a:p>
            <a:r>
              <a:rPr lang="en-GB"/>
              <a:t>Click to edit Master title style</a:t>
            </a:r>
            <a:endParaRPr lang="en-CO"/>
          </a:p>
        </p:txBody>
      </p:sp>
      <p:sp>
        <p:nvSpPr>
          <p:cNvPr id="3" name="Freeform 6">
            <a:extLst>
              <a:ext uri="{FF2B5EF4-FFF2-40B4-BE49-F238E27FC236}">
                <a16:creationId xmlns:a16="http://schemas.microsoft.com/office/drawing/2014/main" id="{4E546DF3-496C-C945-431B-5876FC7D894E}"/>
              </a:ext>
            </a:extLst>
          </p:cNvPr>
          <p:cNvSpPr/>
          <p:nvPr userDrawn="1"/>
        </p:nvSpPr>
        <p:spPr>
          <a:xfrm>
            <a:off x="11042118" y="216128"/>
            <a:ext cx="832337" cy="828000"/>
          </a:xfrm>
          <a:custGeom>
            <a:avLst/>
            <a:gdLst/>
            <a:ahLst/>
            <a:cxnLst/>
            <a:rect l="l" t="t" r="r" b="b"/>
            <a:pathLst>
              <a:path w="5343525" h="5343525">
                <a:moveTo>
                  <a:pt x="0" y="0"/>
                </a:moveTo>
                <a:lnTo>
                  <a:pt x="5343525" y="0"/>
                </a:lnTo>
                <a:lnTo>
                  <a:pt x="5343525" y="5343525"/>
                </a:lnTo>
                <a:lnTo>
                  <a:pt x="0" y="5343525"/>
                </a:lnTo>
                <a:lnTo>
                  <a:pt x="0" y="0"/>
                </a:lnTo>
                <a:close/>
              </a:path>
            </a:pathLst>
          </a:custGeom>
          <a:blipFill>
            <a:blip r:embed="rId2"/>
            <a:stretch>
              <a:fillRect r="-7903" b="-7903"/>
            </a:stretch>
          </a:blipFill>
        </p:spPr>
        <p:txBody>
          <a:bodyPr/>
          <a:lstStyle/>
          <a:p>
            <a:endParaRPr lang="en-GB"/>
          </a:p>
        </p:txBody>
      </p:sp>
    </p:spTree>
    <p:extLst>
      <p:ext uri="{BB962C8B-B14F-4D97-AF65-F5344CB8AC3E}">
        <p14:creationId xmlns:p14="http://schemas.microsoft.com/office/powerpoint/2010/main" val="2778025208"/>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reeform 7">
            <a:extLst>
              <a:ext uri="{FF2B5EF4-FFF2-40B4-BE49-F238E27FC236}">
                <a16:creationId xmlns:a16="http://schemas.microsoft.com/office/drawing/2014/main" id="{E445F69A-C21E-B916-4745-B2AE2F02B38B}"/>
              </a:ext>
            </a:extLst>
          </p:cNvPr>
          <p:cNvSpPr/>
          <p:nvPr userDrawn="1"/>
        </p:nvSpPr>
        <p:spPr>
          <a:xfrm>
            <a:off x="11041200" y="216000"/>
            <a:ext cx="884132" cy="863915"/>
          </a:xfrm>
          <a:custGeom>
            <a:avLst/>
            <a:gdLst/>
            <a:ahLst/>
            <a:cxnLst/>
            <a:rect l="l" t="t" r="r" b="b"/>
            <a:pathLst>
              <a:path w="5344709" h="5344709">
                <a:moveTo>
                  <a:pt x="0" y="0"/>
                </a:moveTo>
                <a:lnTo>
                  <a:pt x="5344709" y="0"/>
                </a:lnTo>
                <a:lnTo>
                  <a:pt x="5344709" y="5344709"/>
                </a:lnTo>
                <a:lnTo>
                  <a:pt x="0" y="5344709"/>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Regular"/>
              <a:ea typeface="+mn-ea"/>
              <a:cs typeface="+mn-cs"/>
            </a:endParaRPr>
          </a:p>
        </p:txBody>
      </p:sp>
      <p:sp>
        <p:nvSpPr>
          <p:cNvPr id="4" name="Google Shape;160;p18">
            <a:extLst>
              <a:ext uri="{FF2B5EF4-FFF2-40B4-BE49-F238E27FC236}">
                <a16:creationId xmlns:a16="http://schemas.microsoft.com/office/drawing/2014/main" id="{7E8ED17A-42D1-48FB-E6F4-5A2CABA993AB}"/>
              </a:ext>
            </a:extLst>
          </p:cNvPr>
          <p:cNvSpPr txBox="1">
            <a:spLocks noGrp="1"/>
          </p:cNvSpPr>
          <p:nvPr>
            <p:ph type="body" idx="1"/>
          </p:nvPr>
        </p:nvSpPr>
        <p:spPr>
          <a:xfrm>
            <a:off x="776401" y="3579777"/>
            <a:ext cx="9953221" cy="459867"/>
          </a:xfrm>
          <a:prstGeom prst="rect">
            <a:avLst/>
          </a:prstGeom>
          <a:noFill/>
          <a:ln>
            <a:noFill/>
          </a:ln>
        </p:spPr>
        <p:txBody>
          <a:bodyPr spcFirstLastPara="1" wrap="square" lIns="0" tIns="0" rIns="0" bIns="0" anchor="t" anchorCtr="0">
            <a:noAutofit/>
          </a:bodyPr>
          <a:lstStyle>
            <a:lvl1pPr marL="0" lvl="0" indent="0" algn="l">
              <a:lnSpc>
                <a:spcPct val="100000"/>
              </a:lnSpc>
              <a:spcBef>
                <a:spcPts val="1333"/>
              </a:spcBef>
              <a:spcAft>
                <a:spcPts val="0"/>
              </a:spcAft>
              <a:buSzPts val="2000"/>
              <a:buNone/>
              <a:defRPr sz="2000" b="1" i="0">
                <a:solidFill>
                  <a:schemeClr val="bg1"/>
                </a:solidFill>
                <a:latin typeface="Poppins"/>
                <a:ea typeface="Poppins"/>
                <a:cs typeface="Poppins"/>
                <a:sym typeface="Poppins"/>
              </a:defRPr>
            </a:lvl1pPr>
            <a:lvl2pPr marL="1219170" lvl="1" indent="-457189" algn="l">
              <a:lnSpc>
                <a:spcPct val="100000"/>
              </a:lnSpc>
              <a:spcBef>
                <a:spcPts val="667"/>
              </a:spcBef>
              <a:spcAft>
                <a:spcPts val="0"/>
              </a:spcAft>
              <a:buSzPts val="1800"/>
              <a:buChar char="•"/>
              <a:defRPr b="1" i="0">
                <a:latin typeface="Poppins"/>
                <a:ea typeface="Poppins"/>
                <a:cs typeface="Poppins"/>
                <a:sym typeface="Poppins"/>
              </a:defRPr>
            </a:lvl2pPr>
            <a:lvl3pPr marL="1828754" lvl="2" indent="-440256" algn="l">
              <a:lnSpc>
                <a:spcPct val="100000"/>
              </a:lnSpc>
              <a:spcBef>
                <a:spcPts val="667"/>
              </a:spcBef>
              <a:spcAft>
                <a:spcPts val="0"/>
              </a:spcAft>
              <a:buSzPts val="1600"/>
              <a:buChar char="•"/>
              <a:defRPr b="1" i="0">
                <a:latin typeface="Poppins"/>
                <a:ea typeface="Poppins"/>
                <a:cs typeface="Poppins"/>
                <a:sym typeface="Poppins"/>
              </a:defRPr>
            </a:lvl3pPr>
            <a:lvl4pPr marL="2438339" lvl="3" indent="-423323" algn="l">
              <a:lnSpc>
                <a:spcPct val="100000"/>
              </a:lnSpc>
              <a:spcBef>
                <a:spcPts val="667"/>
              </a:spcBef>
              <a:spcAft>
                <a:spcPts val="0"/>
              </a:spcAft>
              <a:buSzPts val="1400"/>
              <a:buChar char="•"/>
              <a:defRPr b="1" i="0">
                <a:latin typeface="Poppins"/>
                <a:ea typeface="Poppins"/>
                <a:cs typeface="Poppins"/>
                <a:sym typeface="Poppins"/>
              </a:defRPr>
            </a:lvl4pPr>
            <a:lvl5pPr marL="3047924" lvl="4" indent="-406390" algn="l">
              <a:lnSpc>
                <a:spcPct val="100000"/>
              </a:lnSpc>
              <a:spcBef>
                <a:spcPts val="667"/>
              </a:spcBef>
              <a:spcAft>
                <a:spcPts val="0"/>
              </a:spcAft>
              <a:buSzPts val="1200"/>
              <a:buChar char="•"/>
              <a:defRPr b="1" i="0">
                <a:latin typeface="Poppins"/>
                <a:ea typeface="Poppins"/>
                <a:cs typeface="Poppins"/>
                <a:sym typeface="Poppins"/>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pPr lvl="0"/>
            <a:r>
              <a:rPr lang="en-GB"/>
              <a:t>Click to edit Master text styles</a:t>
            </a:r>
          </a:p>
        </p:txBody>
      </p:sp>
      <p:sp>
        <p:nvSpPr>
          <p:cNvPr id="6" name="Title 1">
            <a:extLst>
              <a:ext uri="{FF2B5EF4-FFF2-40B4-BE49-F238E27FC236}">
                <a16:creationId xmlns:a16="http://schemas.microsoft.com/office/drawing/2014/main" id="{2849696C-23E8-26BD-A022-B99E4493E7AF}"/>
              </a:ext>
            </a:extLst>
          </p:cNvPr>
          <p:cNvSpPr>
            <a:spLocks noGrp="1"/>
          </p:cNvSpPr>
          <p:nvPr>
            <p:ph type="title"/>
          </p:nvPr>
        </p:nvSpPr>
        <p:spPr>
          <a:xfrm>
            <a:off x="776401" y="2176195"/>
            <a:ext cx="9953221" cy="1022400"/>
          </a:xfrm>
        </p:spPr>
        <p:txBody>
          <a:bodyPr anchor="ctr"/>
          <a:lstStyle>
            <a:lvl1pPr>
              <a:defRPr sz="2800">
                <a:solidFill>
                  <a:schemeClr val="accent1"/>
                </a:solidFill>
              </a:defRPr>
            </a:lvl1pPr>
          </a:lstStyle>
          <a:p>
            <a:r>
              <a:rPr lang="en-GB"/>
              <a:t>Click to edit Master title style</a:t>
            </a:r>
            <a:endParaRPr lang="en-CO"/>
          </a:p>
        </p:txBody>
      </p:sp>
    </p:spTree>
    <p:extLst>
      <p:ext uri="{BB962C8B-B14F-4D97-AF65-F5344CB8AC3E}">
        <p14:creationId xmlns:p14="http://schemas.microsoft.com/office/powerpoint/2010/main" val="2095206825"/>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image mute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7290668-4B80-6708-F9A2-D0C1D7450409}"/>
              </a:ext>
            </a:extLst>
          </p:cNvPr>
          <p:cNvSpPr/>
          <p:nvPr userDrawn="1"/>
        </p:nvSpPr>
        <p:spPr>
          <a:xfrm>
            <a:off x="-1" y="9625"/>
            <a:ext cx="12192001" cy="6858000"/>
          </a:xfrm>
          <a:prstGeom prst="rect">
            <a:avLst/>
          </a:prstGeom>
          <a:solidFill>
            <a:schemeClr val="tx1">
              <a:alpha val="6843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Regular"/>
              <a:ea typeface="+mn-ea"/>
              <a:cs typeface="+mn-cs"/>
            </a:endParaRPr>
          </a:p>
        </p:txBody>
      </p:sp>
      <p:sp>
        <p:nvSpPr>
          <p:cNvPr id="2" name="Google Shape;160;p18">
            <a:extLst>
              <a:ext uri="{FF2B5EF4-FFF2-40B4-BE49-F238E27FC236}">
                <a16:creationId xmlns:a16="http://schemas.microsoft.com/office/drawing/2014/main" id="{B7C0C792-8CC0-ABF2-75AB-9B0D57E325C7}"/>
              </a:ext>
            </a:extLst>
          </p:cNvPr>
          <p:cNvSpPr txBox="1">
            <a:spLocks noGrp="1"/>
          </p:cNvSpPr>
          <p:nvPr>
            <p:ph type="body" idx="1"/>
          </p:nvPr>
        </p:nvSpPr>
        <p:spPr>
          <a:xfrm>
            <a:off x="776401" y="3579777"/>
            <a:ext cx="9953221" cy="459867"/>
          </a:xfrm>
          <a:prstGeom prst="rect">
            <a:avLst/>
          </a:prstGeom>
          <a:noFill/>
          <a:ln>
            <a:noFill/>
          </a:ln>
        </p:spPr>
        <p:txBody>
          <a:bodyPr spcFirstLastPara="1" wrap="square" lIns="0" tIns="0" rIns="0" bIns="0" anchor="t" anchorCtr="0">
            <a:normAutofit/>
          </a:bodyPr>
          <a:lstStyle>
            <a:lvl1pPr marL="0" lvl="0" indent="0" algn="l">
              <a:lnSpc>
                <a:spcPct val="100000"/>
              </a:lnSpc>
              <a:spcBef>
                <a:spcPts val="1333"/>
              </a:spcBef>
              <a:spcAft>
                <a:spcPts val="0"/>
              </a:spcAft>
              <a:buSzPts val="2000"/>
              <a:buNone/>
              <a:defRPr sz="2000" b="1" i="0">
                <a:solidFill>
                  <a:schemeClr val="bg1"/>
                </a:solidFill>
                <a:latin typeface="Poppins"/>
                <a:ea typeface="Poppins"/>
                <a:cs typeface="Poppins"/>
                <a:sym typeface="Poppins"/>
              </a:defRPr>
            </a:lvl1pPr>
            <a:lvl2pPr marL="1219170" lvl="1" indent="-457189" algn="l">
              <a:lnSpc>
                <a:spcPct val="100000"/>
              </a:lnSpc>
              <a:spcBef>
                <a:spcPts val="667"/>
              </a:spcBef>
              <a:spcAft>
                <a:spcPts val="0"/>
              </a:spcAft>
              <a:buSzPts val="1800"/>
              <a:buChar char="•"/>
              <a:defRPr b="1" i="0">
                <a:latin typeface="Poppins"/>
                <a:ea typeface="Poppins"/>
                <a:cs typeface="Poppins"/>
                <a:sym typeface="Poppins"/>
              </a:defRPr>
            </a:lvl2pPr>
            <a:lvl3pPr marL="1828754" lvl="2" indent="-440256" algn="l">
              <a:lnSpc>
                <a:spcPct val="100000"/>
              </a:lnSpc>
              <a:spcBef>
                <a:spcPts val="667"/>
              </a:spcBef>
              <a:spcAft>
                <a:spcPts val="0"/>
              </a:spcAft>
              <a:buSzPts val="1600"/>
              <a:buChar char="•"/>
              <a:defRPr b="1" i="0">
                <a:latin typeface="Poppins"/>
                <a:ea typeface="Poppins"/>
                <a:cs typeface="Poppins"/>
                <a:sym typeface="Poppins"/>
              </a:defRPr>
            </a:lvl3pPr>
            <a:lvl4pPr marL="2438339" lvl="3" indent="-423323" algn="l">
              <a:lnSpc>
                <a:spcPct val="100000"/>
              </a:lnSpc>
              <a:spcBef>
                <a:spcPts val="667"/>
              </a:spcBef>
              <a:spcAft>
                <a:spcPts val="0"/>
              </a:spcAft>
              <a:buSzPts val="1400"/>
              <a:buChar char="•"/>
              <a:defRPr b="1" i="0">
                <a:latin typeface="Poppins"/>
                <a:ea typeface="Poppins"/>
                <a:cs typeface="Poppins"/>
                <a:sym typeface="Poppins"/>
              </a:defRPr>
            </a:lvl4pPr>
            <a:lvl5pPr marL="3047924" lvl="4" indent="-406390" algn="l">
              <a:lnSpc>
                <a:spcPct val="100000"/>
              </a:lnSpc>
              <a:spcBef>
                <a:spcPts val="667"/>
              </a:spcBef>
              <a:spcAft>
                <a:spcPts val="0"/>
              </a:spcAft>
              <a:buSzPts val="1200"/>
              <a:buChar char="•"/>
              <a:defRPr b="1" i="0">
                <a:latin typeface="Poppins"/>
                <a:ea typeface="Poppins"/>
                <a:cs typeface="Poppins"/>
                <a:sym typeface="Poppins"/>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pPr lvl="0"/>
            <a:r>
              <a:rPr lang="en-GB"/>
              <a:t>Click to edit Master text styles</a:t>
            </a:r>
          </a:p>
        </p:txBody>
      </p:sp>
      <p:sp>
        <p:nvSpPr>
          <p:cNvPr id="5" name="Title 1">
            <a:extLst>
              <a:ext uri="{FF2B5EF4-FFF2-40B4-BE49-F238E27FC236}">
                <a16:creationId xmlns:a16="http://schemas.microsoft.com/office/drawing/2014/main" id="{09F33437-15CB-B34B-F238-C8739C523A5D}"/>
              </a:ext>
            </a:extLst>
          </p:cNvPr>
          <p:cNvSpPr>
            <a:spLocks noGrp="1"/>
          </p:cNvSpPr>
          <p:nvPr>
            <p:ph type="title"/>
          </p:nvPr>
        </p:nvSpPr>
        <p:spPr>
          <a:xfrm>
            <a:off x="776401" y="2176195"/>
            <a:ext cx="9953221" cy="1022400"/>
          </a:xfrm>
        </p:spPr>
        <p:txBody>
          <a:bodyPr anchor="ctr"/>
          <a:lstStyle>
            <a:lvl1pPr>
              <a:defRPr sz="2800">
                <a:solidFill>
                  <a:schemeClr val="accent1"/>
                </a:solidFill>
              </a:defRPr>
            </a:lvl1pPr>
          </a:lstStyle>
          <a:p>
            <a:r>
              <a:rPr lang="en-GB"/>
              <a:t>Click to edit Master title style</a:t>
            </a:r>
            <a:endParaRPr lang="en-CO"/>
          </a:p>
        </p:txBody>
      </p:sp>
      <p:sp>
        <p:nvSpPr>
          <p:cNvPr id="7" name="Freeform 7">
            <a:extLst>
              <a:ext uri="{FF2B5EF4-FFF2-40B4-BE49-F238E27FC236}">
                <a16:creationId xmlns:a16="http://schemas.microsoft.com/office/drawing/2014/main" id="{E445F69A-C21E-B916-4745-B2AE2F02B38B}"/>
              </a:ext>
            </a:extLst>
          </p:cNvPr>
          <p:cNvSpPr/>
          <p:nvPr userDrawn="1"/>
        </p:nvSpPr>
        <p:spPr>
          <a:xfrm>
            <a:off x="11041200" y="216000"/>
            <a:ext cx="884132" cy="863915"/>
          </a:xfrm>
          <a:custGeom>
            <a:avLst/>
            <a:gdLst/>
            <a:ahLst/>
            <a:cxnLst/>
            <a:rect l="l" t="t" r="r" b="b"/>
            <a:pathLst>
              <a:path w="5344709" h="5344709">
                <a:moveTo>
                  <a:pt x="0" y="0"/>
                </a:moveTo>
                <a:lnTo>
                  <a:pt x="5344709" y="0"/>
                </a:lnTo>
                <a:lnTo>
                  <a:pt x="5344709" y="5344709"/>
                </a:lnTo>
                <a:lnTo>
                  <a:pt x="0" y="5344709"/>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Regular"/>
              <a:ea typeface="+mn-ea"/>
              <a:cs typeface="+mn-cs"/>
            </a:endParaRPr>
          </a:p>
        </p:txBody>
      </p:sp>
    </p:spTree>
    <p:extLst>
      <p:ext uri="{BB962C8B-B14F-4D97-AF65-F5344CB8AC3E}">
        <p14:creationId xmlns:p14="http://schemas.microsoft.com/office/powerpoint/2010/main" val="1409569835"/>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image 2">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8A18E7-6669-B9C5-D77F-A656165FF688}"/>
              </a:ext>
            </a:extLst>
          </p:cNvPr>
          <p:cNvSpPr/>
          <p:nvPr userDrawn="1"/>
        </p:nvSpPr>
        <p:spPr>
          <a:xfrm>
            <a:off x="-1" y="9625"/>
            <a:ext cx="12192001" cy="6858000"/>
          </a:xfrm>
          <a:prstGeom prst="rect">
            <a:avLst/>
          </a:prstGeom>
          <a:solidFill>
            <a:schemeClr val="tx1">
              <a:alpha val="6843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Regular"/>
              <a:ea typeface="+mn-ea"/>
              <a:cs typeface="+mn-cs"/>
            </a:endParaRPr>
          </a:p>
        </p:txBody>
      </p:sp>
      <p:sp>
        <p:nvSpPr>
          <p:cNvPr id="7" name="Freeform 7">
            <a:extLst>
              <a:ext uri="{FF2B5EF4-FFF2-40B4-BE49-F238E27FC236}">
                <a16:creationId xmlns:a16="http://schemas.microsoft.com/office/drawing/2014/main" id="{93CA2F91-BFCB-BFB9-A50F-BFCF9D6271EC}"/>
              </a:ext>
            </a:extLst>
          </p:cNvPr>
          <p:cNvSpPr/>
          <p:nvPr userDrawn="1"/>
        </p:nvSpPr>
        <p:spPr>
          <a:xfrm>
            <a:off x="11041200" y="216000"/>
            <a:ext cx="884132" cy="863915"/>
          </a:xfrm>
          <a:custGeom>
            <a:avLst/>
            <a:gdLst/>
            <a:ahLst/>
            <a:cxnLst/>
            <a:rect l="l" t="t" r="r" b="b"/>
            <a:pathLst>
              <a:path w="5344709" h="5344709">
                <a:moveTo>
                  <a:pt x="0" y="0"/>
                </a:moveTo>
                <a:lnTo>
                  <a:pt x="5344709" y="0"/>
                </a:lnTo>
                <a:lnTo>
                  <a:pt x="5344709" y="5344709"/>
                </a:lnTo>
                <a:lnTo>
                  <a:pt x="0" y="5344709"/>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Regular"/>
              <a:ea typeface="+mn-ea"/>
              <a:cs typeface="+mn-cs"/>
            </a:endParaRPr>
          </a:p>
        </p:txBody>
      </p:sp>
      <p:sp>
        <p:nvSpPr>
          <p:cNvPr id="3" name="Google Shape;160;p18">
            <a:extLst>
              <a:ext uri="{FF2B5EF4-FFF2-40B4-BE49-F238E27FC236}">
                <a16:creationId xmlns:a16="http://schemas.microsoft.com/office/drawing/2014/main" id="{C795ADDD-0F9D-393B-3F36-7CA5157876F0}"/>
              </a:ext>
            </a:extLst>
          </p:cNvPr>
          <p:cNvSpPr txBox="1">
            <a:spLocks noGrp="1"/>
          </p:cNvSpPr>
          <p:nvPr>
            <p:ph type="body" idx="1"/>
          </p:nvPr>
        </p:nvSpPr>
        <p:spPr>
          <a:xfrm>
            <a:off x="776401" y="3579777"/>
            <a:ext cx="9953221" cy="459867"/>
          </a:xfrm>
          <a:prstGeom prst="rect">
            <a:avLst/>
          </a:prstGeom>
          <a:noFill/>
          <a:ln>
            <a:noFill/>
          </a:ln>
        </p:spPr>
        <p:txBody>
          <a:bodyPr spcFirstLastPara="1" wrap="square" lIns="0" tIns="0" rIns="0" bIns="0" anchor="t" anchorCtr="0">
            <a:noAutofit/>
          </a:bodyPr>
          <a:lstStyle>
            <a:lvl1pPr marL="0" lvl="0" indent="0" algn="l">
              <a:lnSpc>
                <a:spcPct val="100000"/>
              </a:lnSpc>
              <a:spcBef>
                <a:spcPts val="1333"/>
              </a:spcBef>
              <a:spcAft>
                <a:spcPts val="0"/>
              </a:spcAft>
              <a:buSzPts val="2000"/>
              <a:buNone/>
              <a:defRPr sz="2000" b="1" i="0">
                <a:solidFill>
                  <a:schemeClr val="bg1"/>
                </a:solidFill>
                <a:latin typeface="Poppins"/>
                <a:ea typeface="Poppins"/>
                <a:cs typeface="Poppins"/>
                <a:sym typeface="Poppins"/>
              </a:defRPr>
            </a:lvl1pPr>
            <a:lvl2pPr marL="1219170" lvl="1" indent="-457189" algn="l">
              <a:lnSpc>
                <a:spcPct val="100000"/>
              </a:lnSpc>
              <a:spcBef>
                <a:spcPts val="667"/>
              </a:spcBef>
              <a:spcAft>
                <a:spcPts val="0"/>
              </a:spcAft>
              <a:buSzPts val="1800"/>
              <a:buChar char="•"/>
              <a:defRPr b="1" i="0">
                <a:latin typeface="Poppins"/>
                <a:ea typeface="Poppins"/>
                <a:cs typeface="Poppins"/>
                <a:sym typeface="Poppins"/>
              </a:defRPr>
            </a:lvl2pPr>
            <a:lvl3pPr marL="1828754" lvl="2" indent="-440256" algn="l">
              <a:lnSpc>
                <a:spcPct val="100000"/>
              </a:lnSpc>
              <a:spcBef>
                <a:spcPts val="667"/>
              </a:spcBef>
              <a:spcAft>
                <a:spcPts val="0"/>
              </a:spcAft>
              <a:buSzPts val="1600"/>
              <a:buChar char="•"/>
              <a:defRPr b="1" i="0">
                <a:latin typeface="Poppins"/>
                <a:ea typeface="Poppins"/>
                <a:cs typeface="Poppins"/>
                <a:sym typeface="Poppins"/>
              </a:defRPr>
            </a:lvl3pPr>
            <a:lvl4pPr marL="2438339" lvl="3" indent="-423323" algn="l">
              <a:lnSpc>
                <a:spcPct val="100000"/>
              </a:lnSpc>
              <a:spcBef>
                <a:spcPts val="667"/>
              </a:spcBef>
              <a:spcAft>
                <a:spcPts val="0"/>
              </a:spcAft>
              <a:buSzPts val="1400"/>
              <a:buChar char="•"/>
              <a:defRPr b="1" i="0">
                <a:latin typeface="Poppins"/>
                <a:ea typeface="Poppins"/>
                <a:cs typeface="Poppins"/>
                <a:sym typeface="Poppins"/>
              </a:defRPr>
            </a:lvl4pPr>
            <a:lvl5pPr marL="3047924" lvl="4" indent="-406390" algn="l">
              <a:lnSpc>
                <a:spcPct val="100000"/>
              </a:lnSpc>
              <a:spcBef>
                <a:spcPts val="667"/>
              </a:spcBef>
              <a:spcAft>
                <a:spcPts val="0"/>
              </a:spcAft>
              <a:buSzPts val="1200"/>
              <a:buChar char="•"/>
              <a:defRPr b="1" i="0">
                <a:latin typeface="Poppins"/>
                <a:ea typeface="Poppins"/>
                <a:cs typeface="Poppins"/>
                <a:sym typeface="Poppins"/>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pPr lvl="0"/>
            <a:r>
              <a:rPr lang="en-GB"/>
              <a:t>Click to edit Master text styles</a:t>
            </a:r>
          </a:p>
        </p:txBody>
      </p:sp>
      <p:sp>
        <p:nvSpPr>
          <p:cNvPr id="4" name="Title 1">
            <a:extLst>
              <a:ext uri="{FF2B5EF4-FFF2-40B4-BE49-F238E27FC236}">
                <a16:creationId xmlns:a16="http://schemas.microsoft.com/office/drawing/2014/main" id="{D87D9971-3139-942B-EBE2-78675E32E12F}"/>
              </a:ext>
            </a:extLst>
          </p:cNvPr>
          <p:cNvSpPr>
            <a:spLocks noGrp="1"/>
          </p:cNvSpPr>
          <p:nvPr>
            <p:ph type="title"/>
          </p:nvPr>
        </p:nvSpPr>
        <p:spPr>
          <a:xfrm>
            <a:off x="776401" y="2176195"/>
            <a:ext cx="9953221" cy="1022400"/>
          </a:xfrm>
        </p:spPr>
        <p:txBody>
          <a:bodyPr anchor="ctr"/>
          <a:lstStyle>
            <a:lvl1pPr>
              <a:defRPr sz="2800">
                <a:solidFill>
                  <a:schemeClr val="accent1"/>
                </a:solidFill>
              </a:defRPr>
            </a:lvl1pPr>
          </a:lstStyle>
          <a:p>
            <a:r>
              <a:rPr lang="en-GB"/>
              <a:t>Click to edit Master title style</a:t>
            </a:r>
            <a:endParaRPr lang="en-CO"/>
          </a:p>
        </p:txBody>
      </p:sp>
    </p:spTree>
    <p:extLst>
      <p:ext uri="{BB962C8B-B14F-4D97-AF65-F5344CB8AC3E}">
        <p14:creationId xmlns:p14="http://schemas.microsoft.com/office/powerpoint/2010/main" val="71824564"/>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black">
    <p:bg>
      <p:bgPr>
        <a:solidFill>
          <a:schemeClr val="tx1"/>
        </a:solidFill>
        <a:effectLst/>
      </p:bgPr>
    </p:bg>
    <p:spTree>
      <p:nvGrpSpPr>
        <p:cNvPr id="1" name=""/>
        <p:cNvGrpSpPr/>
        <p:nvPr/>
      </p:nvGrpSpPr>
      <p:grpSpPr>
        <a:xfrm>
          <a:off x="0" y="0"/>
          <a:ext cx="0" cy="0"/>
          <a:chOff x="0" y="0"/>
          <a:chExt cx="0" cy="0"/>
        </a:xfrm>
      </p:grpSpPr>
      <p:sp>
        <p:nvSpPr>
          <p:cNvPr id="2" name="Google Shape;160;p18">
            <a:extLst>
              <a:ext uri="{FF2B5EF4-FFF2-40B4-BE49-F238E27FC236}">
                <a16:creationId xmlns:a16="http://schemas.microsoft.com/office/drawing/2014/main" id="{B7C0C792-8CC0-ABF2-75AB-9B0D57E325C7}"/>
              </a:ext>
            </a:extLst>
          </p:cNvPr>
          <p:cNvSpPr txBox="1">
            <a:spLocks noGrp="1"/>
          </p:cNvSpPr>
          <p:nvPr>
            <p:ph type="body" idx="1"/>
          </p:nvPr>
        </p:nvSpPr>
        <p:spPr>
          <a:xfrm>
            <a:off x="776401" y="3579777"/>
            <a:ext cx="9953221" cy="459867"/>
          </a:xfrm>
          <a:prstGeom prst="rect">
            <a:avLst/>
          </a:prstGeom>
          <a:noFill/>
          <a:ln>
            <a:noFill/>
          </a:ln>
        </p:spPr>
        <p:txBody>
          <a:bodyPr spcFirstLastPara="1" wrap="square" lIns="0" tIns="0" rIns="0" bIns="0" anchor="t" anchorCtr="0">
            <a:noAutofit/>
          </a:bodyPr>
          <a:lstStyle>
            <a:lvl1pPr marL="0" lvl="0" indent="0" algn="l">
              <a:lnSpc>
                <a:spcPct val="100000"/>
              </a:lnSpc>
              <a:spcBef>
                <a:spcPts val="1333"/>
              </a:spcBef>
              <a:spcAft>
                <a:spcPts val="0"/>
              </a:spcAft>
              <a:buSzPts val="2000"/>
              <a:buNone/>
              <a:defRPr sz="2000" b="1" i="0">
                <a:solidFill>
                  <a:schemeClr val="bg1"/>
                </a:solidFill>
                <a:latin typeface="Poppins"/>
                <a:ea typeface="Poppins"/>
                <a:cs typeface="Poppins"/>
                <a:sym typeface="Poppins"/>
              </a:defRPr>
            </a:lvl1pPr>
            <a:lvl2pPr marL="1219170" lvl="1" indent="-457189" algn="l">
              <a:lnSpc>
                <a:spcPct val="100000"/>
              </a:lnSpc>
              <a:spcBef>
                <a:spcPts val="667"/>
              </a:spcBef>
              <a:spcAft>
                <a:spcPts val="0"/>
              </a:spcAft>
              <a:buSzPts val="1800"/>
              <a:buChar char="•"/>
              <a:defRPr b="1" i="0">
                <a:latin typeface="Poppins"/>
                <a:ea typeface="Poppins"/>
                <a:cs typeface="Poppins"/>
                <a:sym typeface="Poppins"/>
              </a:defRPr>
            </a:lvl2pPr>
            <a:lvl3pPr marL="1828754" lvl="2" indent="-440256" algn="l">
              <a:lnSpc>
                <a:spcPct val="100000"/>
              </a:lnSpc>
              <a:spcBef>
                <a:spcPts val="667"/>
              </a:spcBef>
              <a:spcAft>
                <a:spcPts val="0"/>
              </a:spcAft>
              <a:buSzPts val="1600"/>
              <a:buChar char="•"/>
              <a:defRPr b="1" i="0">
                <a:latin typeface="Poppins"/>
                <a:ea typeface="Poppins"/>
                <a:cs typeface="Poppins"/>
                <a:sym typeface="Poppins"/>
              </a:defRPr>
            </a:lvl3pPr>
            <a:lvl4pPr marL="2438339" lvl="3" indent="-423323" algn="l">
              <a:lnSpc>
                <a:spcPct val="100000"/>
              </a:lnSpc>
              <a:spcBef>
                <a:spcPts val="667"/>
              </a:spcBef>
              <a:spcAft>
                <a:spcPts val="0"/>
              </a:spcAft>
              <a:buSzPts val="1400"/>
              <a:buChar char="•"/>
              <a:defRPr b="1" i="0">
                <a:latin typeface="Poppins"/>
                <a:ea typeface="Poppins"/>
                <a:cs typeface="Poppins"/>
                <a:sym typeface="Poppins"/>
              </a:defRPr>
            </a:lvl4pPr>
            <a:lvl5pPr marL="3047924" lvl="4" indent="-406390" algn="l">
              <a:lnSpc>
                <a:spcPct val="100000"/>
              </a:lnSpc>
              <a:spcBef>
                <a:spcPts val="667"/>
              </a:spcBef>
              <a:spcAft>
                <a:spcPts val="0"/>
              </a:spcAft>
              <a:buSzPts val="1200"/>
              <a:buChar char="•"/>
              <a:defRPr b="1" i="0">
                <a:latin typeface="Poppins"/>
                <a:ea typeface="Poppins"/>
                <a:cs typeface="Poppins"/>
                <a:sym typeface="Poppins"/>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pPr lvl="0"/>
            <a:r>
              <a:rPr lang="en-GB"/>
              <a:t>Click to edit Master text styles</a:t>
            </a:r>
          </a:p>
        </p:txBody>
      </p:sp>
      <p:sp>
        <p:nvSpPr>
          <p:cNvPr id="5" name="Title 1">
            <a:extLst>
              <a:ext uri="{FF2B5EF4-FFF2-40B4-BE49-F238E27FC236}">
                <a16:creationId xmlns:a16="http://schemas.microsoft.com/office/drawing/2014/main" id="{09F33437-15CB-B34B-F238-C8739C523A5D}"/>
              </a:ext>
            </a:extLst>
          </p:cNvPr>
          <p:cNvSpPr>
            <a:spLocks noGrp="1"/>
          </p:cNvSpPr>
          <p:nvPr>
            <p:ph type="title"/>
          </p:nvPr>
        </p:nvSpPr>
        <p:spPr>
          <a:xfrm>
            <a:off x="776401" y="2176195"/>
            <a:ext cx="9953221" cy="1022400"/>
          </a:xfrm>
        </p:spPr>
        <p:txBody>
          <a:bodyPr anchor="ctr"/>
          <a:lstStyle>
            <a:lvl1pPr>
              <a:defRPr sz="2800">
                <a:solidFill>
                  <a:schemeClr val="accent1"/>
                </a:solidFill>
              </a:defRPr>
            </a:lvl1pPr>
          </a:lstStyle>
          <a:p>
            <a:r>
              <a:rPr lang="en-GB"/>
              <a:t>Click to edit Master title style</a:t>
            </a:r>
            <a:endParaRPr lang="en-CO"/>
          </a:p>
        </p:txBody>
      </p:sp>
      <p:sp>
        <p:nvSpPr>
          <p:cNvPr id="11" name="Freeform 7">
            <a:extLst>
              <a:ext uri="{FF2B5EF4-FFF2-40B4-BE49-F238E27FC236}">
                <a16:creationId xmlns:a16="http://schemas.microsoft.com/office/drawing/2014/main" id="{9B602750-B861-D235-89B2-5C41C17439EE}"/>
              </a:ext>
            </a:extLst>
          </p:cNvPr>
          <p:cNvSpPr/>
          <p:nvPr userDrawn="1"/>
        </p:nvSpPr>
        <p:spPr>
          <a:xfrm>
            <a:off x="11041200" y="216000"/>
            <a:ext cx="884132" cy="863915"/>
          </a:xfrm>
          <a:custGeom>
            <a:avLst/>
            <a:gdLst/>
            <a:ahLst/>
            <a:cxnLst/>
            <a:rect l="l" t="t" r="r" b="b"/>
            <a:pathLst>
              <a:path w="5344709" h="5344709">
                <a:moveTo>
                  <a:pt x="0" y="0"/>
                </a:moveTo>
                <a:lnTo>
                  <a:pt x="5344709" y="0"/>
                </a:lnTo>
                <a:lnTo>
                  <a:pt x="5344709" y="5344709"/>
                </a:lnTo>
                <a:lnTo>
                  <a:pt x="0" y="5344709"/>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Regular"/>
              <a:ea typeface="+mn-ea"/>
              <a:cs typeface="+mn-cs"/>
            </a:endParaRPr>
          </a:p>
        </p:txBody>
      </p:sp>
    </p:spTree>
    <p:extLst>
      <p:ext uri="{BB962C8B-B14F-4D97-AF65-F5344CB8AC3E}">
        <p14:creationId xmlns:p14="http://schemas.microsoft.com/office/powerpoint/2010/main" val="399502558"/>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Blue">
    <p:bg>
      <p:bgPr>
        <a:solidFill>
          <a:schemeClr val="accent6"/>
        </a:solidFill>
        <a:effectLst/>
      </p:bgPr>
    </p:bg>
    <p:spTree>
      <p:nvGrpSpPr>
        <p:cNvPr id="1" name=""/>
        <p:cNvGrpSpPr/>
        <p:nvPr/>
      </p:nvGrpSpPr>
      <p:grpSpPr>
        <a:xfrm>
          <a:off x="0" y="0"/>
          <a:ext cx="0" cy="0"/>
          <a:chOff x="0" y="0"/>
          <a:chExt cx="0" cy="0"/>
        </a:xfrm>
      </p:grpSpPr>
      <p:sp>
        <p:nvSpPr>
          <p:cNvPr id="2" name="Google Shape;160;p18">
            <a:extLst>
              <a:ext uri="{FF2B5EF4-FFF2-40B4-BE49-F238E27FC236}">
                <a16:creationId xmlns:a16="http://schemas.microsoft.com/office/drawing/2014/main" id="{B7C0C792-8CC0-ABF2-75AB-9B0D57E325C7}"/>
              </a:ext>
            </a:extLst>
          </p:cNvPr>
          <p:cNvSpPr txBox="1">
            <a:spLocks noGrp="1"/>
          </p:cNvSpPr>
          <p:nvPr>
            <p:ph type="body" idx="1"/>
          </p:nvPr>
        </p:nvSpPr>
        <p:spPr>
          <a:xfrm>
            <a:off x="776401" y="3579777"/>
            <a:ext cx="9953221" cy="459867"/>
          </a:xfrm>
          <a:prstGeom prst="rect">
            <a:avLst/>
          </a:prstGeom>
          <a:noFill/>
          <a:ln>
            <a:noFill/>
          </a:ln>
        </p:spPr>
        <p:txBody>
          <a:bodyPr spcFirstLastPara="1" wrap="square" lIns="0" tIns="0" rIns="0" bIns="0" anchor="t" anchorCtr="0">
            <a:noAutofit/>
          </a:bodyPr>
          <a:lstStyle>
            <a:lvl1pPr marL="0" lvl="0" indent="0" algn="l">
              <a:lnSpc>
                <a:spcPct val="100000"/>
              </a:lnSpc>
              <a:spcBef>
                <a:spcPts val="1333"/>
              </a:spcBef>
              <a:spcAft>
                <a:spcPts val="0"/>
              </a:spcAft>
              <a:buSzPts val="2000"/>
              <a:buNone/>
              <a:defRPr sz="2000" b="1" i="0">
                <a:solidFill>
                  <a:schemeClr val="bg1"/>
                </a:solidFill>
                <a:latin typeface="Poppins"/>
                <a:ea typeface="Poppins"/>
                <a:cs typeface="Poppins"/>
                <a:sym typeface="Poppins"/>
              </a:defRPr>
            </a:lvl1pPr>
            <a:lvl2pPr marL="1219170" lvl="1" indent="-457189" algn="l">
              <a:lnSpc>
                <a:spcPct val="100000"/>
              </a:lnSpc>
              <a:spcBef>
                <a:spcPts val="667"/>
              </a:spcBef>
              <a:spcAft>
                <a:spcPts val="0"/>
              </a:spcAft>
              <a:buSzPts val="1800"/>
              <a:buChar char="•"/>
              <a:defRPr b="1" i="0">
                <a:latin typeface="Poppins"/>
                <a:ea typeface="Poppins"/>
                <a:cs typeface="Poppins"/>
                <a:sym typeface="Poppins"/>
              </a:defRPr>
            </a:lvl2pPr>
            <a:lvl3pPr marL="1828754" lvl="2" indent="-440256" algn="l">
              <a:lnSpc>
                <a:spcPct val="100000"/>
              </a:lnSpc>
              <a:spcBef>
                <a:spcPts val="667"/>
              </a:spcBef>
              <a:spcAft>
                <a:spcPts val="0"/>
              </a:spcAft>
              <a:buSzPts val="1600"/>
              <a:buChar char="•"/>
              <a:defRPr b="1" i="0">
                <a:latin typeface="Poppins"/>
                <a:ea typeface="Poppins"/>
                <a:cs typeface="Poppins"/>
                <a:sym typeface="Poppins"/>
              </a:defRPr>
            </a:lvl3pPr>
            <a:lvl4pPr marL="2438339" lvl="3" indent="-423323" algn="l">
              <a:lnSpc>
                <a:spcPct val="100000"/>
              </a:lnSpc>
              <a:spcBef>
                <a:spcPts val="667"/>
              </a:spcBef>
              <a:spcAft>
                <a:spcPts val="0"/>
              </a:spcAft>
              <a:buSzPts val="1400"/>
              <a:buChar char="•"/>
              <a:defRPr b="1" i="0">
                <a:latin typeface="Poppins"/>
                <a:ea typeface="Poppins"/>
                <a:cs typeface="Poppins"/>
                <a:sym typeface="Poppins"/>
              </a:defRPr>
            </a:lvl4pPr>
            <a:lvl5pPr marL="3047924" lvl="4" indent="-406390" algn="l">
              <a:lnSpc>
                <a:spcPct val="100000"/>
              </a:lnSpc>
              <a:spcBef>
                <a:spcPts val="667"/>
              </a:spcBef>
              <a:spcAft>
                <a:spcPts val="0"/>
              </a:spcAft>
              <a:buSzPts val="1200"/>
              <a:buChar char="•"/>
              <a:defRPr b="1" i="0">
                <a:latin typeface="Poppins"/>
                <a:ea typeface="Poppins"/>
                <a:cs typeface="Poppins"/>
                <a:sym typeface="Poppins"/>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pPr lvl="0"/>
            <a:r>
              <a:rPr lang="en-GB"/>
              <a:t>Click to edit Master text styles</a:t>
            </a:r>
          </a:p>
        </p:txBody>
      </p:sp>
      <p:sp>
        <p:nvSpPr>
          <p:cNvPr id="5" name="Title 1">
            <a:extLst>
              <a:ext uri="{FF2B5EF4-FFF2-40B4-BE49-F238E27FC236}">
                <a16:creationId xmlns:a16="http://schemas.microsoft.com/office/drawing/2014/main" id="{09F33437-15CB-B34B-F238-C8739C523A5D}"/>
              </a:ext>
            </a:extLst>
          </p:cNvPr>
          <p:cNvSpPr>
            <a:spLocks noGrp="1"/>
          </p:cNvSpPr>
          <p:nvPr>
            <p:ph type="title"/>
          </p:nvPr>
        </p:nvSpPr>
        <p:spPr>
          <a:xfrm>
            <a:off x="776401" y="2176195"/>
            <a:ext cx="9953221" cy="1022400"/>
          </a:xfrm>
        </p:spPr>
        <p:txBody>
          <a:bodyPr anchor="ctr"/>
          <a:lstStyle>
            <a:lvl1pPr>
              <a:defRPr sz="2800">
                <a:solidFill>
                  <a:schemeClr val="accent1"/>
                </a:solidFill>
              </a:defRPr>
            </a:lvl1pPr>
          </a:lstStyle>
          <a:p>
            <a:r>
              <a:rPr lang="en-GB"/>
              <a:t>Click to edit Master title style</a:t>
            </a:r>
            <a:endParaRPr lang="en-CO"/>
          </a:p>
        </p:txBody>
      </p:sp>
      <p:sp>
        <p:nvSpPr>
          <p:cNvPr id="3" name="Rectangle 2">
            <a:extLst>
              <a:ext uri="{FF2B5EF4-FFF2-40B4-BE49-F238E27FC236}">
                <a16:creationId xmlns:a16="http://schemas.microsoft.com/office/drawing/2014/main" id="{13367077-1C10-7F75-9ECB-7108806948E3}"/>
              </a:ext>
            </a:extLst>
          </p:cNvPr>
          <p:cNvSpPr/>
          <p:nvPr userDrawn="1"/>
        </p:nvSpPr>
        <p:spPr>
          <a:xfrm>
            <a:off x="11081801" y="220673"/>
            <a:ext cx="993124" cy="943975"/>
          </a:xfrm>
          <a:prstGeom prst="rect">
            <a:avLst/>
          </a:prstGeom>
          <a:solidFill>
            <a:schemeClr val="accent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
        <p:nvSpPr>
          <p:cNvPr id="4" name="Freeform 7">
            <a:extLst>
              <a:ext uri="{FF2B5EF4-FFF2-40B4-BE49-F238E27FC236}">
                <a16:creationId xmlns:a16="http://schemas.microsoft.com/office/drawing/2014/main" id="{853DBC8B-6FB6-EB87-2671-4B5BDCE1391E}"/>
              </a:ext>
            </a:extLst>
          </p:cNvPr>
          <p:cNvSpPr/>
          <p:nvPr userDrawn="1"/>
        </p:nvSpPr>
        <p:spPr>
          <a:xfrm>
            <a:off x="11041200" y="216000"/>
            <a:ext cx="884132" cy="863915"/>
          </a:xfrm>
          <a:custGeom>
            <a:avLst/>
            <a:gdLst/>
            <a:ahLst/>
            <a:cxnLst/>
            <a:rect l="l" t="t" r="r" b="b"/>
            <a:pathLst>
              <a:path w="5344709" h="5344709">
                <a:moveTo>
                  <a:pt x="0" y="0"/>
                </a:moveTo>
                <a:lnTo>
                  <a:pt x="5344709" y="0"/>
                </a:lnTo>
                <a:lnTo>
                  <a:pt x="5344709" y="5344709"/>
                </a:lnTo>
                <a:lnTo>
                  <a:pt x="0" y="5344709"/>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Regular"/>
              <a:ea typeface="+mn-ea"/>
              <a:cs typeface="+mn-cs"/>
            </a:endParaRPr>
          </a:p>
        </p:txBody>
      </p:sp>
    </p:spTree>
    <p:extLst>
      <p:ext uri="{BB962C8B-B14F-4D97-AF65-F5344CB8AC3E}">
        <p14:creationId xmlns:p14="http://schemas.microsoft.com/office/powerpoint/2010/main" val="4174746034"/>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appendix lvl 1">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6AC0FBE-19C3-D0BA-0A7D-82A84BCAE9E1}"/>
              </a:ext>
            </a:extLst>
          </p:cNvPr>
          <p:cNvSpPr>
            <a:spLocks noGrp="1"/>
          </p:cNvSpPr>
          <p:nvPr>
            <p:ph type="title" hasCustomPrompt="1"/>
          </p:nvPr>
        </p:nvSpPr>
        <p:spPr>
          <a:xfrm>
            <a:off x="407988" y="1705815"/>
            <a:ext cx="7816269" cy="3000655"/>
          </a:xfrm>
        </p:spPr>
        <p:txBody>
          <a:bodyPr anchor="ctr"/>
          <a:lstStyle>
            <a:lvl1pPr>
              <a:defRPr sz="6000">
                <a:solidFill>
                  <a:schemeClr val="tx1"/>
                </a:solidFill>
              </a:defRPr>
            </a:lvl1pPr>
          </a:lstStyle>
          <a:p>
            <a:r>
              <a:rPr lang="en-GB"/>
              <a:t>CLICK TO EDIT MASTER TITLE STYLE</a:t>
            </a:r>
            <a:endParaRPr lang="en-CO"/>
          </a:p>
        </p:txBody>
      </p:sp>
    </p:spTree>
    <p:extLst>
      <p:ext uri="{BB962C8B-B14F-4D97-AF65-F5344CB8AC3E}">
        <p14:creationId xmlns:p14="http://schemas.microsoft.com/office/powerpoint/2010/main" val="4196373504"/>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appendix lvl 2">
    <p:bg>
      <p:bgPr>
        <a:solidFill>
          <a:schemeClr val="accent4"/>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6AC0FBE-19C3-D0BA-0A7D-82A84BCAE9E1}"/>
              </a:ext>
            </a:extLst>
          </p:cNvPr>
          <p:cNvSpPr>
            <a:spLocks noGrp="1"/>
          </p:cNvSpPr>
          <p:nvPr>
            <p:ph type="title" hasCustomPrompt="1"/>
          </p:nvPr>
        </p:nvSpPr>
        <p:spPr>
          <a:xfrm>
            <a:off x="407988" y="1705815"/>
            <a:ext cx="7816269" cy="3000655"/>
          </a:xfrm>
        </p:spPr>
        <p:txBody>
          <a:bodyPr anchor="ctr"/>
          <a:lstStyle>
            <a:lvl1pPr>
              <a:defRPr sz="6000">
                <a:solidFill>
                  <a:schemeClr val="tx1"/>
                </a:solidFill>
              </a:defRPr>
            </a:lvl1pPr>
          </a:lstStyle>
          <a:p>
            <a:r>
              <a:rPr lang="en-GB"/>
              <a:t>CLICK TO EDIT MASTER TITLE STYLE</a:t>
            </a:r>
            <a:endParaRPr lang="en-CO"/>
          </a:p>
        </p:txBody>
      </p:sp>
    </p:spTree>
    <p:extLst>
      <p:ext uri="{BB962C8B-B14F-4D97-AF65-F5344CB8AC3E}">
        <p14:creationId xmlns:p14="http://schemas.microsoft.com/office/powerpoint/2010/main" val="412937149"/>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BA0D1-C23D-FD7D-B39E-774D00F1BE63}"/>
              </a:ext>
            </a:extLst>
          </p:cNvPr>
          <p:cNvSpPr>
            <a:spLocks noGrp="1"/>
          </p:cNvSpPr>
          <p:nvPr>
            <p:ph type="title"/>
          </p:nvPr>
        </p:nvSpPr>
        <p:spPr>
          <a:xfrm>
            <a:off x="421268" y="366185"/>
            <a:ext cx="10704000" cy="281768"/>
          </a:xfrm>
        </p:spPr>
        <p:txBody>
          <a:bodyPr/>
          <a:lstStyle/>
          <a:p>
            <a:r>
              <a:rPr lang="en-GB"/>
              <a:t>Click to edit Master title style</a:t>
            </a:r>
            <a:endParaRPr lang="en-CO"/>
          </a:p>
        </p:txBody>
      </p:sp>
      <p:sp>
        <p:nvSpPr>
          <p:cNvPr id="4" name="Slide Number Placeholder 3">
            <a:extLst>
              <a:ext uri="{FF2B5EF4-FFF2-40B4-BE49-F238E27FC236}">
                <a16:creationId xmlns:a16="http://schemas.microsoft.com/office/drawing/2014/main" id="{DE6BB54F-EF02-5BB9-100E-B0B51DC1E871}"/>
              </a:ext>
            </a:extLst>
          </p:cNvPr>
          <p:cNvSpPr>
            <a:spLocks noGrp="1"/>
          </p:cNvSpPr>
          <p:nvPr>
            <p:ph type="sldNum" sz="quarter" idx="4"/>
          </p:nvPr>
        </p:nvSpPr>
        <p:spPr>
          <a:xfrm>
            <a:off x="11125267" y="6486234"/>
            <a:ext cx="695257"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C0A646E-A464-044F-927F-FA09263D0472}" type="slidenum">
              <a:rPr lang="en-CO" smtClean="0"/>
              <a:pPr/>
              <a:t>‹#›</a:t>
            </a:fld>
            <a:endParaRPr lang="en-CO"/>
          </a:p>
        </p:txBody>
      </p:sp>
      <p:sp>
        <p:nvSpPr>
          <p:cNvPr id="6" name="Freeform 6">
            <a:extLst>
              <a:ext uri="{FF2B5EF4-FFF2-40B4-BE49-F238E27FC236}">
                <a16:creationId xmlns:a16="http://schemas.microsoft.com/office/drawing/2014/main" id="{C97D7C35-F928-6348-E2C6-5417F14B2229}"/>
              </a:ext>
            </a:extLst>
          </p:cNvPr>
          <p:cNvSpPr/>
          <p:nvPr userDrawn="1"/>
        </p:nvSpPr>
        <p:spPr>
          <a:xfrm>
            <a:off x="11042118" y="216128"/>
            <a:ext cx="832337" cy="828000"/>
          </a:xfrm>
          <a:custGeom>
            <a:avLst/>
            <a:gdLst/>
            <a:ahLst/>
            <a:cxnLst/>
            <a:rect l="l" t="t" r="r" b="b"/>
            <a:pathLst>
              <a:path w="5343525" h="5343525">
                <a:moveTo>
                  <a:pt x="0" y="0"/>
                </a:moveTo>
                <a:lnTo>
                  <a:pt x="5343525" y="0"/>
                </a:lnTo>
                <a:lnTo>
                  <a:pt x="5343525" y="5343525"/>
                </a:lnTo>
                <a:lnTo>
                  <a:pt x="0" y="5343525"/>
                </a:lnTo>
                <a:lnTo>
                  <a:pt x="0" y="0"/>
                </a:lnTo>
                <a:close/>
              </a:path>
            </a:pathLst>
          </a:custGeom>
          <a:blipFill>
            <a:blip r:embed="rId2"/>
            <a:stretch>
              <a:fillRect r="-7903" b="-7903"/>
            </a:stretch>
          </a:blipFill>
        </p:spPr>
        <p:txBody>
          <a:bodyPr/>
          <a:lstStyle/>
          <a:p>
            <a:endParaRPr lang="en-GB"/>
          </a:p>
        </p:txBody>
      </p:sp>
      <p:sp>
        <p:nvSpPr>
          <p:cNvPr id="3" name="Google Shape;2076;g1ba4283a1d4_1_200">
            <a:extLst>
              <a:ext uri="{FF2B5EF4-FFF2-40B4-BE49-F238E27FC236}">
                <a16:creationId xmlns:a16="http://schemas.microsoft.com/office/drawing/2014/main" id="{9250762B-729B-1367-C9D4-858F7B9B12FE}"/>
              </a:ext>
            </a:extLst>
          </p:cNvPr>
          <p:cNvSpPr txBox="1">
            <a:spLocks noGrp="1"/>
          </p:cNvSpPr>
          <p:nvPr>
            <p:ph type="body" idx="1"/>
          </p:nvPr>
        </p:nvSpPr>
        <p:spPr>
          <a:xfrm>
            <a:off x="1399964" y="1646094"/>
            <a:ext cx="5826900" cy="766800"/>
          </a:xfrm>
          <a:prstGeom prst="rect">
            <a:avLst/>
          </a:prstGeom>
          <a:noFill/>
          <a:ln>
            <a:noFill/>
          </a:ln>
        </p:spPr>
        <p:txBody>
          <a:bodyPr spcFirstLastPara="1" wrap="square" lIns="0" tIns="0" rIns="0" bIns="0" anchor="ctr" anchorCtr="0">
            <a:normAutofit/>
          </a:bodyPr>
          <a:lstStyle>
            <a:lvl1pPr marL="457200" lvl="0" indent="-228600" algn="l" rtl="0">
              <a:lnSpc>
                <a:spcPct val="100000"/>
              </a:lnSpc>
              <a:spcBef>
                <a:spcPts val="0"/>
              </a:spcBef>
              <a:spcAft>
                <a:spcPts val="0"/>
              </a:spcAft>
              <a:buSzPts val="1500"/>
              <a:buNone/>
              <a:defRPr sz="1500" b="1" i="0" u="none" strike="noStrike" cap="none">
                <a:solidFill>
                  <a:schemeClr val="dk1"/>
                </a:solidFill>
                <a:latin typeface="Poppins"/>
                <a:ea typeface="Poppins"/>
                <a:cs typeface="Poppins"/>
                <a:sym typeface="Poppins"/>
              </a:defRPr>
            </a:lvl1pPr>
            <a:lvl2pPr marL="914400" lvl="1" indent="-342900" algn="l" rtl="0">
              <a:lnSpc>
                <a:spcPct val="90000"/>
              </a:lnSpc>
              <a:spcBef>
                <a:spcPts val="800"/>
              </a:spcBef>
              <a:spcAft>
                <a:spcPts val="0"/>
              </a:spcAft>
              <a:buSzPts val="1800"/>
              <a:buChar char="•"/>
              <a:defRPr/>
            </a:lvl2pPr>
            <a:lvl3pPr marL="1371600" lvl="2" indent="-342900" algn="l" rtl="0">
              <a:lnSpc>
                <a:spcPct val="90000"/>
              </a:lnSpc>
              <a:spcBef>
                <a:spcPts val="500"/>
              </a:spcBef>
              <a:spcAft>
                <a:spcPts val="0"/>
              </a:spcAft>
              <a:buSzPts val="1800"/>
              <a:buChar char="•"/>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5" name="Google Shape;2077;g1ba4283a1d4_1_200">
            <a:extLst>
              <a:ext uri="{FF2B5EF4-FFF2-40B4-BE49-F238E27FC236}">
                <a16:creationId xmlns:a16="http://schemas.microsoft.com/office/drawing/2014/main" id="{84EC6829-0B6D-718F-3F43-1061CB0EF8CD}"/>
              </a:ext>
            </a:extLst>
          </p:cNvPr>
          <p:cNvSpPr txBox="1">
            <a:spLocks noGrp="1"/>
          </p:cNvSpPr>
          <p:nvPr>
            <p:ph type="body" idx="2"/>
          </p:nvPr>
        </p:nvSpPr>
        <p:spPr>
          <a:xfrm>
            <a:off x="570288" y="2553215"/>
            <a:ext cx="708000" cy="766800"/>
          </a:xfrm>
          <a:prstGeom prst="rect">
            <a:avLst/>
          </a:prstGeom>
          <a:noFill/>
          <a:ln>
            <a:noFill/>
          </a:ln>
        </p:spPr>
        <p:txBody>
          <a:bodyPr spcFirstLastPara="1" wrap="square" lIns="0" tIns="72000" rIns="0" bIns="0" anchor="ctr" anchorCtr="0">
            <a:noAutofit/>
          </a:bodyPr>
          <a:lstStyle>
            <a:lvl1pPr marL="457200" lvl="0" indent="-228600" algn="l" rtl="0">
              <a:lnSpc>
                <a:spcPct val="90000"/>
              </a:lnSpc>
              <a:spcBef>
                <a:spcPts val="1000"/>
              </a:spcBef>
              <a:spcAft>
                <a:spcPts val="0"/>
              </a:spcAft>
              <a:buSzPts val="3000"/>
              <a:buNone/>
              <a:defRPr sz="2000" b="1" i="0" u="none" strike="noStrike" cap="none">
                <a:solidFill>
                  <a:schemeClr val="accent1"/>
                </a:solidFill>
                <a:latin typeface="Poppins"/>
                <a:ea typeface="Poppins"/>
                <a:cs typeface="Poppins"/>
                <a:sym typeface="Poppins"/>
              </a:defRPr>
            </a:lvl1pPr>
            <a:lvl2pPr marL="914400" lvl="1" indent="-342900" algn="l" rtl="0">
              <a:lnSpc>
                <a:spcPct val="90000"/>
              </a:lnSpc>
              <a:spcBef>
                <a:spcPts val="500"/>
              </a:spcBef>
              <a:spcAft>
                <a:spcPts val="0"/>
              </a:spcAft>
              <a:buSzPts val="1800"/>
              <a:buChar char="•"/>
              <a:defRPr/>
            </a:lvl2pPr>
            <a:lvl3pPr marL="1371600" lvl="2" indent="-342900" algn="l" rtl="0">
              <a:lnSpc>
                <a:spcPct val="90000"/>
              </a:lnSpc>
              <a:spcBef>
                <a:spcPts val="500"/>
              </a:spcBef>
              <a:spcAft>
                <a:spcPts val="0"/>
              </a:spcAft>
              <a:buSzPts val="1800"/>
              <a:buChar char="•"/>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7" name="Google Shape;2078;g1ba4283a1d4_1_200">
            <a:extLst>
              <a:ext uri="{FF2B5EF4-FFF2-40B4-BE49-F238E27FC236}">
                <a16:creationId xmlns:a16="http://schemas.microsoft.com/office/drawing/2014/main" id="{96683F3C-2992-36D5-6A01-FCF73B6B5C8B}"/>
              </a:ext>
            </a:extLst>
          </p:cNvPr>
          <p:cNvSpPr txBox="1">
            <a:spLocks noGrp="1"/>
          </p:cNvSpPr>
          <p:nvPr>
            <p:ph type="body" idx="3"/>
          </p:nvPr>
        </p:nvSpPr>
        <p:spPr>
          <a:xfrm>
            <a:off x="578309" y="3458261"/>
            <a:ext cx="708000" cy="766800"/>
          </a:xfrm>
          <a:prstGeom prst="rect">
            <a:avLst/>
          </a:prstGeom>
          <a:noFill/>
          <a:ln>
            <a:noFill/>
          </a:ln>
        </p:spPr>
        <p:txBody>
          <a:bodyPr spcFirstLastPara="1" wrap="square" lIns="0" tIns="72000" rIns="0" bIns="0" anchor="ctr" anchorCtr="0">
            <a:noAutofit/>
          </a:bodyPr>
          <a:lstStyle>
            <a:lvl1pPr marL="457200" lvl="0" indent="-228600" algn="l" rtl="0">
              <a:lnSpc>
                <a:spcPct val="90000"/>
              </a:lnSpc>
              <a:spcBef>
                <a:spcPts val="1000"/>
              </a:spcBef>
              <a:spcAft>
                <a:spcPts val="0"/>
              </a:spcAft>
              <a:buSzPts val="3000"/>
              <a:buNone/>
              <a:defRPr sz="2000" b="1" i="0" u="none" strike="noStrike" cap="none">
                <a:solidFill>
                  <a:schemeClr val="accent1"/>
                </a:solidFill>
                <a:latin typeface="Poppins"/>
                <a:ea typeface="Poppins"/>
                <a:cs typeface="Poppins"/>
                <a:sym typeface="Poppins"/>
              </a:defRPr>
            </a:lvl1pPr>
            <a:lvl2pPr marL="914400" lvl="1" indent="-342900" algn="l" rtl="0">
              <a:lnSpc>
                <a:spcPct val="90000"/>
              </a:lnSpc>
              <a:spcBef>
                <a:spcPts val="500"/>
              </a:spcBef>
              <a:spcAft>
                <a:spcPts val="0"/>
              </a:spcAft>
              <a:buSzPts val="1800"/>
              <a:buChar char="•"/>
              <a:defRPr/>
            </a:lvl2pPr>
            <a:lvl3pPr marL="1371600" lvl="2" indent="-342900" algn="l" rtl="0">
              <a:lnSpc>
                <a:spcPct val="90000"/>
              </a:lnSpc>
              <a:spcBef>
                <a:spcPts val="500"/>
              </a:spcBef>
              <a:spcAft>
                <a:spcPts val="0"/>
              </a:spcAft>
              <a:buSzPts val="1800"/>
              <a:buChar char="•"/>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GB"/>
              <a:t>Click to edit Master text styles</a:t>
            </a:r>
          </a:p>
        </p:txBody>
      </p:sp>
      <p:cxnSp>
        <p:nvCxnSpPr>
          <p:cNvPr id="9" name="Google Shape;2080;g1ba4283a1d4_1_200">
            <a:extLst>
              <a:ext uri="{FF2B5EF4-FFF2-40B4-BE49-F238E27FC236}">
                <a16:creationId xmlns:a16="http://schemas.microsoft.com/office/drawing/2014/main" id="{6F8EF994-AAF7-7659-8378-CEA48899BA74}"/>
              </a:ext>
            </a:extLst>
          </p:cNvPr>
          <p:cNvCxnSpPr/>
          <p:nvPr/>
        </p:nvCxnSpPr>
        <p:spPr>
          <a:xfrm rot="10800000">
            <a:off x="569913" y="2479439"/>
            <a:ext cx="6656963" cy="0"/>
          </a:xfrm>
          <a:prstGeom prst="straightConnector1">
            <a:avLst/>
          </a:prstGeom>
          <a:noFill/>
          <a:ln w="12700" cap="flat" cmpd="sng">
            <a:solidFill>
              <a:schemeClr val="dk1"/>
            </a:solidFill>
            <a:prstDash val="solid"/>
            <a:miter lim="800000"/>
            <a:headEnd type="none" w="sm" len="sm"/>
            <a:tailEnd type="none" w="sm" len="sm"/>
          </a:ln>
        </p:spPr>
      </p:cxnSp>
      <p:cxnSp>
        <p:nvCxnSpPr>
          <p:cNvPr id="10" name="Google Shape;2081;g1ba4283a1d4_1_200">
            <a:extLst>
              <a:ext uri="{FF2B5EF4-FFF2-40B4-BE49-F238E27FC236}">
                <a16:creationId xmlns:a16="http://schemas.microsoft.com/office/drawing/2014/main" id="{1C3CBFA8-3109-EF3B-CFAA-DB21640D0DF3}"/>
              </a:ext>
            </a:extLst>
          </p:cNvPr>
          <p:cNvCxnSpPr/>
          <p:nvPr/>
        </p:nvCxnSpPr>
        <p:spPr>
          <a:xfrm rot="10800000">
            <a:off x="569913" y="3382251"/>
            <a:ext cx="6656963" cy="0"/>
          </a:xfrm>
          <a:prstGeom prst="straightConnector1">
            <a:avLst/>
          </a:prstGeom>
          <a:noFill/>
          <a:ln w="12700" cap="flat" cmpd="sng">
            <a:solidFill>
              <a:schemeClr val="dk1"/>
            </a:solidFill>
            <a:prstDash val="solid"/>
            <a:miter lim="800000"/>
            <a:headEnd type="none" w="sm" len="sm"/>
            <a:tailEnd type="none" w="sm" len="sm"/>
          </a:ln>
        </p:spPr>
      </p:cxnSp>
      <p:cxnSp>
        <p:nvCxnSpPr>
          <p:cNvPr id="11" name="Google Shape;2082;g1ba4283a1d4_1_200">
            <a:extLst>
              <a:ext uri="{FF2B5EF4-FFF2-40B4-BE49-F238E27FC236}">
                <a16:creationId xmlns:a16="http://schemas.microsoft.com/office/drawing/2014/main" id="{01088DB2-3F34-2D97-8702-7F5BCBB36264}"/>
              </a:ext>
            </a:extLst>
          </p:cNvPr>
          <p:cNvCxnSpPr/>
          <p:nvPr/>
        </p:nvCxnSpPr>
        <p:spPr>
          <a:xfrm rot="10800000">
            <a:off x="569913" y="4285063"/>
            <a:ext cx="6656963" cy="0"/>
          </a:xfrm>
          <a:prstGeom prst="straightConnector1">
            <a:avLst/>
          </a:prstGeom>
          <a:noFill/>
          <a:ln w="12700" cap="flat" cmpd="sng">
            <a:solidFill>
              <a:schemeClr val="dk1"/>
            </a:solidFill>
            <a:prstDash val="solid"/>
            <a:miter lim="800000"/>
            <a:headEnd type="none" w="sm" len="sm"/>
            <a:tailEnd type="none" w="sm" len="sm"/>
          </a:ln>
        </p:spPr>
      </p:cxnSp>
      <p:sp>
        <p:nvSpPr>
          <p:cNvPr id="12" name="Google Shape;2083;g1ba4283a1d4_1_200">
            <a:extLst>
              <a:ext uri="{FF2B5EF4-FFF2-40B4-BE49-F238E27FC236}">
                <a16:creationId xmlns:a16="http://schemas.microsoft.com/office/drawing/2014/main" id="{7535043D-4F24-28FE-C0B6-029199783827}"/>
              </a:ext>
            </a:extLst>
          </p:cNvPr>
          <p:cNvSpPr txBox="1">
            <a:spLocks noGrp="1"/>
          </p:cNvSpPr>
          <p:nvPr userDrawn="1">
            <p:ph type="body" idx="10"/>
          </p:nvPr>
        </p:nvSpPr>
        <p:spPr>
          <a:xfrm>
            <a:off x="570288" y="4363290"/>
            <a:ext cx="708000" cy="766800"/>
          </a:xfrm>
          <a:prstGeom prst="rect">
            <a:avLst/>
          </a:prstGeom>
          <a:noFill/>
          <a:ln>
            <a:noFill/>
          </a:ln>
        </p:spPr>
        <p:txBody>
          <a:bodyPr spcFirstLastPara="1" wrap="square" lIns="0" tIns="72000" rIns="0" bIns="0" anchor="ctr" anchorCtr="0">
            <a:noAutofit/>
          </a:bodyPr>
          <a:lstStyle>
            <a:lvl1pPr marL="457200" lvl="0" indent="-228600" algn="l" rtl="0">
              <a:lnSpc>
                <a:spcPct val="90000"/>
              </a:lnSpc>
              <a:spcBef>
                <a:spcPts val="1000"/>
              </a:spcBef>
              <a:spcAft>
                <a:spcPts val="0"/>
              </a:spcAft>
              <a:buSzPts val="3000"/>
              <a:buNone/>
              <a:defRPr sz="2000" b="1" i="0" u="none" strike="noStrike" cap="none">
                <a:solidFill>
                  <a:schemeClr val="accent1"/>
                </a:solidFill>
                <a:latin typeface="Poppins"/>
                <a:ea typeface="Poppins"/>
                <a:cs typeface="Poppins"/>
                <a:sym typeface="Poppins"/>
              </a:defRPr>
            </a:lvl1pPr>
            <a:lvl2pPr marL="914400" lvl="1" indent="-342900" algn="l" rtl="0">
              <a:lnSpc>
                <a:spcPct val="90000"/>
              </a:lnSpc>
              <a:spcBef>
                <a:spcPts val="500"/>
              </a:spcBef>
              <a:spcAft>
                <a:spcPts val="0"/>
              </a:spcAft>
              <a:buSzPts val="1800"/>
              <a:buChar char="•"/>
              <a:defRPr/>
            </a:lvl2pPr>
            <a:lvl3pPr marL="1371600" lvl="2" indent="-342900" algn="l" rtl="0">
              <a:lnSpc>
                <a:spcPct val="90000"/>
              </a:lnSpc>
              <a:spcBef>
                <a:spcPts val="500"/>
              </a:spcBef>
              <a:spcAft>
                <a:spcPts val="0"/>
              </a:spcAft>
              <a:buSzPts val="1800"/>
              <a:buChar char="•"/>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13" name="Google Shape;2084;g1ba4283a1d4_1_200">
            <a:extLst>
              <a:ext uri="{FF2B5EF4-FFF2-40B4-BE49-F238E27FC236}">
                <a16:creationId xmlns:a16="http://schemas.microsoft.com/office/drawing/2014/main" id="{7DC2E475-2164-8323-EAA0-87DF182B70C7}"/>
              </a:ext>
            </a:extLst>
          </p:cNvPr>
          <p:cNvSpPr txBox="1">
            <a:spLocks noGrp="1"/>
          </p:cNvSpPr>
          <p:nvPr userDrawn="1">
            <p:ph type="body" idx="5"/>
          </p:nvPr>
        </p:nvSpPr>
        <p:spPr>
          <a:xfrm>
            <a:off x="578309" y="1646095"/>
            <a:ext cx="708000" cy="766800"/>
          </a:xfrm>
          <a:prstGeom prst="rect">
            <a:avLst/>
          </a:prstGeom>
          <a:noFill/>
          <a:ln>
            <a:noFill/>
          </a:ln>
        </p:spPr>
        <p:txBody>
          <a:bodyPr spcFirstLastPara="1" wrap="square" lIns="0" tIns="72000" rIns="0" bIns="0" anchor="ctr" anchorCtr="0">
            <a:noAutofit/>
          </a:bodyPr>
          <a:lstStyle>
            <a:lvl1pPr marL="457200" lvl="0" indent="-228600" algn="l" rtl="0">
              <a:lnSpc>
                <a:spcPct val="90000"/>
              </a:lnSpc>
              <a:spcBef>
                <a:spcPts val="1000"/>
              </a:spcBef>
              <a:spcAft>
                <a:spcPts val="0"/>
              </a:spcAft>
              <a:buSzPts val="3000"/>
              <a:buNone/>
              <a:defRPr sz="2000" b="1" i="0" u="none" strike="noStrike" cap="none">
                <a:solidFill>
                  <a:schemeClr val="accent1"/>
                </a:solidFill>
                <a:latin typeface="Poppins"/>
                <a:ea typeface="Poppins"/>
                <a:cs typeface="Poppins"/>
                <a:sym typeface="Poppins"/>
              </a:defRPr>
            </a:lvl1pPr>
            <a:lvl2pPr marL="914400" lvl="1" indent="-342900" algn="l" rtl="0">
              <a:lnSpc>
                <a:spcPct val="90000"/>
              </a:lnSpc>
              <a:spcBef>
                <a:spcPts val="500"/>
              </a:spcBef>
              <a:spcAft>
                <a:spcPts val="0"/>
              </a:spcAft>
              <a:buSzPts val="1800"/>
              <a:buChar char="•"/>
              <a:defRPr/>
            </a:lvl2pPr>
            <a:lvl3pPr marL="1371600" lvl="2" indent="-342900" algn="l" rtl="0">
              <a:lnSpc>
                <a:spcPct val="90000"/>
              </a:lnSpc>
              <a:spcBef>
                <a:spcPts val="500"/>
              </a:spcBef>
              <a:spcAft>
                <a:spcPts val="0"/>
              </a:spcAft>
              <a:buSzPts val="1800"/>
              <a:buChar char="•"/>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14" name="Google Shape;2085;g1ba4283a1d4_1_200">
            <a:extLst>
              <a:ext uri="{FF2B5EF4-FFF2-40B4-BE49-F238E27FC236}">
                <a16:creationId xmlns:a16="http://schemas.microsoft.com/office/drawing/2014/main" id="{8B2701F6-DBCC-47C3-A0CB-C2ACBF26FED5}"/>
              </a:ext>
            </a:extLst>
          </p:cNvPr>
          <p:cNvSpPr txBox="1">
            <a:spLocks noGrp="1"/>
          </p:cNvSpPr>
          <p:nvPr userDrawn="1">
            <p:ph type="body" idx="6"/>
          </p:nvPr>
        </p:nvSpPr>
        <p:spPr>
          <a:xfrm>
            <a:off x="1399964" y="2553212"/>
            <a:ext cx="5826900" cy="766800"/>
          </a:xfrm>
          <a:prstGeom prst="rect">
            <a:avLst/>
          </a:prstGeom>
          <a:noFill/>
          <a:ln>
            <a:noFill/>
          </a:ln>
        </p:spPr>
        <p:txBody>
          <a:bodyPr spcFirstLastPara="1" wrap="square" lIns="0" tIns="0" rIns="0" bIns="0" anchor="ctr" anchorCtr="0">
            <a:normAutofit/>
          </a:bodyPr>
          <a:lstStyle>
            <a:lvl1pPr marL="457200" lvl="0" indent="-228600" algn="l" rtl="0">
              <a:lnSpc>
                <a:spcPct val="100000"/>
              </a:lnSpc>
              <a:spcBef>
                <a:spcPts val="0"/>
              </a:spcBef>
              <a:spcAft>
                <a:spcPts val="0"/>
              </a:spcAft>
              <a:buSzPts val="1500"/>
              <a:buNone/>
              <a:defRPr sz="1500" b="1" i="0" u="none" strike="noStrike" cap="none">
                <a:solidFill>
                  <a:schemeClr val="dk1"/>
                </a:solidFill>
                <a:latin typeface="Poppins"/>
                <a:ea typeface="Poppins"/>
                <a:cs typeface="Poppins"/>
                <a:sym typeface="Poppins"/>
              </a:defRPr>
            </a:lvl1pPr>
            <a:lvl2pPr marL="914400" lvl="1" indent="-342900" algn="l" rtl="0">
              <a:lnSpc>
                <a:spcPct val="90000"/>
              </a:lnSpc>
              <a:spcBef>
                <a:spcPts val="800"/>
              </a:spcBef>
              <a:spcAft>
                <a:spcPts val="0"/>
              </a:spcAft>
              <a:buSzPts val="1800"/>
              <a:buChar char="•"/>
              <a:defRPr/>
            </a:lvl2pPr>
            <a:lvl3pPr marL="1371600" lvl="2" indent="-342900" algn="l" rtl="0">
              <a:lnSpc>
                <a:spcPct val="90000"/>
              </a:lnSpc>
              <a:spcBef>
                <a:spcPts val="500"/>
              </a:spcBef>
              <a:spcAft>
                <a:spcPts val="0"/>
              </a:spcAft>
              <a:buSzPts val="1800"/>
              <a:buChar char="•"/>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15" name="Google Shape;2086;g1ba4283a1d4_1_200">
            <a:extLst>
              <a:ext uri="{FF2B5EF4-FFF2-40B4-BE49-F238E27FC236}">
                <a16:creationId xmlns:a16="http://schemas.microsoft.com/office/drawing/2014/main" id="{DBEE99FE-43D7-4F2A-4DF3-B6D6B17AD021}"/>
              </a:ext>
            </a:extLst>
          </p:cNvPr>
          <p:cNvSpPr txBox="1">
            <a:spLocks noGrp="1"/>
          </p:cNvSpPr>
          <p:nvPr userDrawn="1">
            <p:ph type="body" idx="7"/>
          </p:nvPr>
        </p:nvSpPr>
        <p:spPr>
          <a:xfrm>
            <a:off x="1399964" y="3451744"/>
            <a:ext cx="5826900" cy="766800"/>
          </a:xfrm>
          <a:prstGeom prst="rect">
            <a:avLst/>
          </a:prstGeom>
          <a:noFill/>
          <a:ln>
            <a:noFill/>
          </a:ln>
        </p:spPr>
        <p:txBody>
          <a:bodyPr spcFirstLastPara="1" wrap="square" lIns="0" tIns="0" rIns="0" bIns="0" anchor="ctr" anchorCtr="0">
            <a:normAutofit/>
          </a:bodyPr>
          <a:lstStyle>
            <a:lvl1pPr marL="457200" lvl="0" indent="-228600" algn="l" rtl="0">
              <a:lnSpc>
                <a:spcPct val="100000"/>
              </a:lnSpc>
              <a:spcBef>
                <a:spcPts val="0"/>
              </a:spcBef>
              <a:spcAft>
                <a:spcPts val="0"/>
              </a:spcAft>
              <a:buSzPts val="1500"/>
              <a:buNone/>
              <a:defRPr sz="1500" b="1" i="0" u="none" strike="noStrike" cap="none">
                <a:solidFill>
                  <a:schemeClr val="dk1"/>
                </a:solidFill>
                <a:latin typeface="Poppins"/>
                <a:ea typeface="Poppins"/>
                <a:cs typeface="Poppins"/>
                <a:sym typeface="Poppins"/>
              </a:defRPr>
            </a:lvl1pPr>
            <a:lvl2pPr marL="914400" lvl="1" indent="-342900" algn="l" rtl="0">
              <a:lnSpc>
                <a:spcPct val="90000"/>
              </a:lnSpc>
              <a:spcBef>
                <a:spcPts val="800"/>
              </a:spcBef>
              <a:spcAft>
                <a:spcPts val="0"/>
              </a:spcAft>
              <a:buSzPts val="1800"/>
              <a:buChar char="•"/>
              <a:defRPr/>
            </a:lvl2pPr>
            <a:lvl3pPr marL="1371600" lvl="2" indent="-342900" algn="l" rtl="0">
              <a:lnSpc>
                <a:spcPct val="90000"/>
              </a:lnSpc>
              <a:spcBef>
                <a:spcPts val="500"/>
              </a:spcBef>
              <a:spcAft>
                <a:spcPts val="0"/>
              </a:spcAft>
              <a:buSzPts val="1800"/>
              <a:buChar char="•"/>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16" name="Google Shape;2087;g1ba4283a1d4_1_200">
            <a:extLst>
              <a:ext uri="{FF2B5EF4-FFF2-40B4-BE49-F238E27FC236}">
                <a16:creationId xmlns:a16="http://schemas.microsoft.com/office/drawing/2014/main" id="{FA875D63-0EFB-C40D-6BD8-BA057161EB7D}"/>
              </a:ext>
            </a:extLst>
          </p:cNvPr>
          <p:cNvSpPr txBox="1">
            <a:spLocks noGrp="1"/>
          </p:cNvSpPr>
          <p:nvPr userDrawn="1">
            <p:ph type="body" idx="8"/>
          </p:nvPr>
        </p:nvSpPr>
        <p:spPr>
          <a:xfrm>
            <a:off x="1399964" y="4363287"/>
            <a:ext cx="5826900" cy="766800"/>
          </a:xfrm>
          <a:prstGeom prst="rect">
            <a:avLst/>
          </a:prstGeom>
          <a:noFill/>
          <a:ln>
            <a:noFill/>
          </a:ln>
        </p:spPr>
        <p:txBody>
          <a:bodyPr spcFirstLastPara="1" wrap="square" lIns="0" tIns="0" rIns="0" bIns="0" anchor="ctr" anchorCtr="0">
            <a:normAutofit/>
          </a:bodyPr>
          <a:lstStyle>
            <a:lvl1pPr marL="457200" lvl="0" indent="-228600" algn="l" rtl="0">
              <a:lnSpc>
                <a:spcPct val="100000"/>
              </a:lnSpc>
              <a:spcBef>
                <a:spcPts val="0"/>
              </a:spcBef>
              <a:spcAft>
                <a:spcPts val="0"/>
              </a:spcAft>
              <a:buSzPts val="1500"/>
              <a:buNone/>
              <a:defRPr sz="1500" b="1" i="0" u="none" strike="noStrike" cap="none">
                <a:solidFill>
                  <a:schemeClr val="dk1"/>
                </a:solidFill>
                <a:latin typeface="Poppins"/>
                <a:ea typeface="Poppins"/>
                <a:cs typeface="Poppins"/>
                <a:sym typeface="Poppins"/>
              </a:defRPr>
            </a:lvl1pPr>
            <a:lvl2pPr marL="914400" lvl="1" indent="-342900" algn="l" rtl="0">
              <a:lnSpc>
                <a:spcPct val="90000"/>
              </a:lnSpc>
              <a:spcBef>
                <a:spcPts val="800"/>
              </a:spcBef>
              <a:spcAft>
                <a:spcPts val="0"/>
              </a:spcAft>
              <a:buSzPts val="1800"/>
              <a:buChar char="•"/>
              <a:defRPr/>
            </a:lvl2pPr>
            <a:lvl3pPr marL="1371600" lvl="2" indent="-342900" algn="l" rtl="0">
              <a:lnSpc>
                <a:spcPct val="90000"/>
              </a:lnSpc>
              <a:spcBef>
                <a:spcPts val="500"/>
              </a:spcBef>
              <a:spcAft>
                <a:spcPts val="0"/>
              </a:spcAft>
              <a:buSzPts val="1800"/>
              <a:buChar char="•"/>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GB"/>
              <a:t>Click to edit Master text styles</a:t>
            </a:r>
          </a:p>
        </p:txBody>
      </p:sp>
      <p:cxnSp>
        <p:nvCxnSpPr>
          <p:cNvPr id="20" name="Google Shape;2082;g1ba4283a1d4_1_200">
            <a:extLst>
              <a:ext uri="{FF2B5EF4-FFF2-40B4-BE49-F238E27FC236}">
                <a16:creationId xmlns:a16="http://schemas.microsoft.com/office/drawing/2014/main" id="{677F5D90-380F-D6A5-5E12-DCE42E1EE4DE}"/>
              </a:ext>
            </a:extLst>
          </p:cNvPr>
          <p:cNvCxnSpPr/>
          <p:nvPr userDrawn="1"/>
        </p:nvCxnSpPr>
        <p:spPr>
          <a:xfrm rot="10800000">
            <a:off x="569537" y="5204980"/>
            <a:ext cx="6656963" cy="0"/>
          </a:xfrm>
          <a:prstGeom prst="straightConnector1">
            <a:avLst/>
          </a:prstGeom>
          <a:noFill/>
          <a:ln w="12700" cap="flat" cmpd="sng">
            <a:solidFill>
              <a:schemeClr val="dk1"/>
            </a:solidFill>
            <a:prstDash val="solid"/>
            <a:miter lim="800000"/>
            <a:headEnd type="none" w="sm" len="sm"/>
            <a:tailEnd type="none" w="sm" len="sm"/>
          </a:ln>
        </p:spPr>
      </p:cxnSp>
      <p:sp>
        <p:nvSpPr>
          <p:cNvPr id="21" name="Google Shape;2083;g1ba4283a1d4_1_200">
            <a:extLst>
              <a:ext uri="{FF2B5EF4-FFF2-40B4-BE49-F238E27FC236}">
                <a16:creationId xmlns:a16="http://schemas.microsoft.com/office/drawing/2014/main" id="{08876C31-249A-BF60-1BB6-4231F6690DD3}"/>
              </a:ext>
            </a:extLst>
          </p:cNvPr>
          <p:cNvSpPr txBox="1">
            <a:spLocks noGrp="1"/>
          </p:cNvSpPr>
          <p:nvPr>
            <p:ph type="body" idx="11"/>
          </p:nvPr>
        </p:nvSpPr>
        <p:spPr>
          <a:xfrm>
            <a:off x="569912" y="5283207"/>
            <a:ext cx="708000" cy="766800"/>
          </a:xfrm>
          <a:prstGeom prst="rect">
            <a:avLst/>
          </a:prstGeom>
          <a:noFill/>
          <a:ln>
            <a:noFill/>
          </a:ln>
        </p:spPr>
        <p:txBody>
          <a:bodyPr spcFirstLastPara="1" wrap="square" lIns="0" tIns="72000" rIns="0" bIns="0" anchor="ctr" anchorCtr="0">
            <a:noAutofit/>
          </a:bodyPr>
          <a:lstStyle>
            <a:lvl1pPr marL="457200" lvl="0" indent="-228600" algn="l" rtl="0">
              <a:lnSpc>
                <a:spcPct val="90000"/>
              </a:lnSpc>
              <a:spcBef>
                <a:spcPts val="1000"/>
              </a:spcBef>
              <a:spcAft>
                <a:spcPts val="0"/>
              </a:spcAft>
              <a:buSzPts val="3000"/>
              <a:buNone/>
              <a:defRPr sz="2000" b="1" i="0" u="none" strike="noStrike" cap="none">
                <a:solidFill>
                  <a:schemeClr val="accent1"/>
                </a:solidFill>
                <a:latin typeface="Poppins"/>
                <a:ea typeface="Poppins"/>
                <a:cs typeface="Poppins"/>
                <a:sym typeface="Poppins"/>
              </a:defRPr>
            </a:lvl1pPr>
            <a:lvl2pPr marL="914400" lvl="1" indent="-342900" algn="l" rtl="0">
              <a:lnSpc>
                <a:spcPct val="90000"/>
              </a:lnSpc>
              <a:spcBef>
                <a:spcPts val="500"/>
              </a:spcBef>
              <a:spcAft>
                <a:spcPts val="0"/>
              </a:spcAft>
              <a:buSzPts val="1800"/>
              <a:buChar char="•"/>
              <a:defRPr/>
            </a:lvl2pPr>
            <a:lvl3pPr marL="1371600" lvl="2" indent="-342900" algn="l" rtl="0">
              <a:lnSpc>
                <a:spcPct val="90000"/>
              </a:lnSpc>
              <a:spcBef>
                <a:spcPts val="500"/>
              </a:spcBef>
              <a:spcAft>
                <a:spcPts val="0"/>
              </a:spcAft>
              <a:buSzPts val="1800"/>
              <a:buChar char="•"/>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22" name="Google Shape;2087;g1ba4283a1d4_1_200">
            <a:extLst>
              <a:ext uri="{FF2B5EF4-FFF2-40B4-BE49-F238E27FC236}">
                <a16:creationId xmlns:a16="http://schemas.microsoft.com/office/drawing/2014/main" id="{C0DCCBFB-A18C-114B-F02B-FB580ACE746C}"/>
              </a:ext>
            </a:extLst>
          </p:cNvPr>
          <p:cNvSpPr txBox="1">
            <a:spLocks noGrp="1"/>
          </p:cNvSpPr>
          <p:nvPr>
            <p:ph type="body" idx="12"/>
          </p:nvPr>
        </p:nvSpPr>
        <p:spPr>
          <a:xfrm>
            <a:off x="1399588" y="5283204"/>
            <a:ext cx="5826900" cy="766800"/>
          </a:xfrm>
          <a:prstGeom prst="rect">
            <a:avLst/>
          </a:prstGeom>
          <a:noFill/>
          <a:ln>
            <a:noFill/>
          </a:ln>
        </p:spPr>
        <p:txBody>
          <a:bodyPr spcFirstLastPara="1" wrap="square" lIns="0" tIns="0" rIns="0" bIns="0" anchor="ctr" anchorCtr="0">
            <a:normAutofit/>
          </a:bodyPr>
          <a:lstStyle>
            <a:lvl1pPr marL="457200" lvl="0" indent="-228600" algn="l" rtl="0">
              <a:lnSpc>
                <a:spcPct val="100000"/>
              </a:lnSpc>
              <a:spcBef>
                <a:spcPts val="0"/>
              </a:spcBef>
              <a:spcAft>
                <a:spcPts val="0"/>
              </a:spcAft>
              <a:buSzPts val="1500"/>
              <a:buNone/>
              <a:defRPr sz="1500" b="1" i="0" u="none" strike="noStrike" cap="none">
                <a:solidFill>
                  <a:schemeClr val="dk1"/>
                </a:solidFill>
                <a:latin typeface="Poppins"/>
                <a:ea typeface="Poppins"/>
                <a:cs typeface="Poppins"/>
                <a:sym typeface="Poppins"/>
              </a:defRPr>
            </a:lvl1pPr>
            <a:lvl2pPr marL="914400" lvl="1" indent="-342900" algn="l" rtl="0">
              <a:lnSpc>
                <a:spcPct val="90000"/>
              </a:lnSpc>
              <a:spcBef>
                <a:spcPts val="800"/>
              </a:spcBef>
              <a:spcAft>
                <a:spcPts val="0"/>
              </a:spcAft>
              <a:buSzPts val="1800"/>
              <a:buChar char="•"/>
              <a:defRPr/>
            </a:lvl2pPr>
            <a:lvl3pPr marL="1371600" lvl="2" indent="-342900" algn="l" rtl="0">
              <a:lnSpc>
                <a:spcPct val="90000"/>
              </a:lnSpc>
              <a:spcBef>
                <a:spcPts val="500"/>
              </a:spcBef>
              <a:spcAft>
                <a:spcPts val="0"/>
              </a:spcAft>
              <a:buSzPts val="1800"/>
              <a:buChar char="•"/>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GB"/>
              <a:t>Click to edit Master text styles</a:t>
            </a:r>
          </a:p>
        </p:txBody>
      </p:sp>
    </p:spTree>
    <p:extLst>
      <p:ext uri="{BB962C8B-B14F-4D97-AF65-F5344CB8AC3E}">
        <p14:creationId xmlns:p14="http://schemas.microsoft.com/office/powerpoint/2010/main" val="2509385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6BB54F-EF02-5BB9-100E-B0B51DC1E871}"/>
              </a:ext>
            </a:extLst>
          </p:cNvPr>
          <p:cNvSpPr>
            <a:spLocks noGrp="1"/>
          </p:cNvSpPr>
          <p:nvPr>
            <p:ph type="sldNum" sz="quarter" idx="4"/>
          </p:nvPr>
        </p:nvSpPr>
        <p:spPr>
          <a:xfrm>
            <a:off x="11125267" y="6486234"/>
            <a:ext cx="695257"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C0A646E-A464-044F-927F-FA09263D0472}" type="slidenum">
              <a:rPr lang="en-CO" smtClean="0"/>
              <a:pPr/>
              <a:t>‹#›</a:t>
            </a:fld>
            <a:endParaRPr lang="en-CO"/>
          </a:p>
        </p:txBody>
      </p:sp>
      <p:sp>
        <p:nvSpPr>
          <p:cNvPr id="6" name="Freeform 6">
            <a:extLst>
              <a:ext uri="{FF2B5EF4-FFF2-40B4-BE49-F238E27FC236}">
                <a16:creationId xmlns:a16="http://schemas.microsoft.com/office/drawing/2014/main" id="{C97D7C35-F928-6348-E2C6-5417F14B2229}"/>
              </a:ext>
            </a:extLst>
          </p:cNvPr>
          <p:cNvSpPr/>
          <p:nvPr userDrawn="1"/>
        </p:nvSpPr>
        <p:spPr>
          <a:xfrm>
            <a:off x="11042118" y="216128"/>
            <a:ext cx="832337" cy="828000"/>
          </a:xfrm>
          <a:custGeom>
            <a:avLst/>
            <a:gdLst/>
            <a:ahLst/>
            <a:cxnLst/>
            <a:rect l="l" t="t" r="r" b="b"/>
            <a:pathLst>
              <a:path w="5343525" h="5343525">
                <a:moveTo>
                  <a:pt x="0" y="0"/>
                </a:moveTo>
                <a:lnTo>
                  <a:pt x="5343525" y="0"/>
                </a:lnTo>
                <a:lnTo>
                  <a:pt x="5343525" y="5343525"/>
                </a:lnTo>
                <a:lnTo>
                  <a:pt x="0" y="5343525"/>
                </a:lnTo>
                <a:lnTo>
                  <a:pt x="0" y="0"/>
                </a:lnTo>
                <a:close/>
              </a:path>
            </a:pathLst>
          </a:custGeom>
          <a:blipFill>
            <a:blip r:embed="rId2"/>
            <a:stretch>
              <a:fillRect r="-7903" b="-7903"/>
            </a:stretch>
          </a:blipFill>
        </p:spPr>
        <p:txBody>
          <a:bodyPr/>
          <a:lstStyle/>
          <a:p>
            <a:endParaRPr lang="en-GB"/>
          </a:p>
        </p:txBody>
      </p:sp>
      <p:sp>
        <p:nvSpPr>
          <p:cNvPr id="3" name="Google Shape;20135;p2060">
            <a:extLst>
              <a:ext uri="{FF2B5EF4-FFF2-40B4-BE49-F238E27FC236}">
                <a16:creationId xmlns:a16="http://schemas.microsoft.com/office/drawing/2014/main" id="{C6FEDFD9-5D96-A766-1F3F-0F19C547A2B4}"/>
              </a:ext>
            </a:extLst>
          </p:cNvPr>
          <p:cNvSpPr/>
          <p:nvPr userDrawn="1"/>
        </p:nvSpPr>
        <p:spPr>
          <a:xfrm>
            <a:off x="-1" y="0"/>
            <a:ext cx="4950941" cy="6858000"/>
          </a:xfrm>
          <a:prstGeom prst="rect">
            <a:avLst/>
          </a:prstGeom>
          <a:solidFill>
            <a:schemeClr val="tx1"/>
          </a:solidFill>
          <a:ln>
            <a:noFill/>
          </a:ln>
        </p:spPr>
        <p:txBody>
          <a:bodyPr spcFirstLastPara="1" wrap="square" lIns="121900" tIns="60933" rIns="121900" bIns="60933" anchor="ctr" anchorCtr="0">
            <a:noAutofit/>
          </a:bodyPr>
          <a:lstStyle/>
          <a:p>
            <a:pPr algn="ctr">
              <a:buClr>
                <a:srgbClr val="000000"/>
              </a:buClr>
              <a:buSzPts val="813"/>
            </a:pPr>
            <a:endParaRPr sz="900" b="1">
              <a:solidFill>
                <a:srgbClr val="F08600"/>
              </a:solidFill>
              <a:latin typeface="Poppins" pitchFamily="2" charset="77"/>
              <a:ea typeface="Arial"/>
              <a:cs typeface="Poppins" pitchFamily="2" charset="77"/>
              <a:sym typeface="Arial"/>
            </a:endParaRPr>
          </a:p>
        </p:txBody>
      </p:sp>
      <p:sp>
        <p:nvSpPr>
          <p:cNvPr id="5" name="Google Shape;2076;g1ba4283a1d4_1_200">
            <a:extLst>
              <a:ext uri="{FF2B5EF4-FFF2-40B4-BE49-F238E27FC236}">
                <a16:creationId xmlns:a16="http://schemas.microsoft.com/office/drawing/2014/main" id="{BA9FFF68-5F8E-A2CD-8744-8DBA4D499978}"/>
              </a:ext>
            </a:extLst>
          </p:cNvPr>
          <p:cNvSpPr txBox="1">
            <a:spLocks noGrp="1"/>
          </p:cNvSpPr>
          <p:nvPr>
            <p:ph type="body" idx="1"/>
          </p:nvPr>
        </p:nvSpPr>
        <p:spPr>
          <a:xfrm>
            <a:off x="5872734" y="1391575"/>
            <a:ext cx="5826900" cy="394768"/>
          </a:xfrm>
          <a:prstGeom prst="rect">
            <a:avLst/>
          </a:prstGeom>
          <a:noFill/>
          <a:ln>
            <a:noFill/>
          </a:ln>
        </p:spPr>
        <p:txBody>
          <a:bodyPr spcFirstLastPara="1" wrap="square" lIns="0" tIns="0" rIns="0" bIns="0" anchor="ctr" anchorCtr="0">
            <a:normAutofit/>
          </a:bodyPr>
          <a:lstStyle>
            <a:lvl1pPr marL="457200" lvl="0" indent="-228600" algn="l" rtl="0">
              <a:lnSpc>
                <a:spcPct val="100000"/>
              </a:lnSpc>
              <a:spcBef>
                <a:spcPts val="0"/>
              </a:spcBef>
              <a:spcAft>
                <a:spcPts val="0"/>
              </a:spcAft>
              <a:buSzPts val="1500"/>
              <a:buNone/>
              <a:defRPr sz="1500" b="1" i="0" u="none" strike="noStrike" cap="none">
                <a:solidFill>
                  <a:schemeClr val="dk1"/>
                </a:solidFill>
                <a:latin typeface="Poppins"/>
                <a:ea typeface="Poppins"/>
                <a:cs typeface="Poppins"/>
                <a:sym typeface="Poppins"/>
              </a:defRPr>
            </a:lvl1pPr>
            <a:lvl2pPr marL="914400" lvl="1" indent="-342900" algn="l" rtl="0">
              <a:lnSpc>
                <a:spcPct val="90000"/>
              </a:lnSpc>
              <a:spcBef>
                <a:spcPts val="800"/>
              </a:spcBef>
              <a:spcAft>
                <a:spcPts val="0"/>
              </a:spcAft>
              <a:buSzPts val="1800"/>
              <a:buChar char="•"/>
              <a:defRPr/>
            </a:lvl2pPr>
            <a:lvl3pPr marL="1371600" lvl="2" indent="-342900" algn="l" rtl="0">
              <a:lnSpc>
                <a:spcPct val="90000"/>
              </a:lnSpc>
              <a:spcBef>
                <a:spcPts val="500"/>
              </a:spcBef>
              <a:spcAft>
                <a:spcPts val="0"/>
              </a:spcAft>
              <a:buSzPts val="1800"/>
              <a:buChar char="•"/>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GB"/>
              <a:t>Click to edit Master text styles</a:t>
            </a:r>
          </a:p>
        </p:txBody>
      </p:sp>
      <p:cxnSp>
        <p:nvCxnSpPr>
          <p:cNvPr id="9" name="Google Shape;2080;g1ba4283a1d4_1_200">
            <a:extLst>
              <a:ext uri="{FF2B5EF4-FFF2-40B4-BE49-F238E27FC236}">
                <a16:creationId xmlns:a16="http://schemas.microsoft.com/office/drawing/2014/main" id="{A6E5054B-BAC4-281D-B690-933427306C84}"/>
              </a:ext>
            </a:extLst>
          </p:cNvPr>
          <p:cNvCxnSpPr>
            <a:cxnSpLocks/>
          </p:cNvCxnSpPr>
          <p:nvPr userDrawn="1"/>
        </p:nvCxnSpPr>
        <p:spPr>
          <a:xfrm>
            <a:off x="5042683" y="1852888"/>
            <a:ext cx="1" cy="0"/>
          </a:xfrm>
          <a:prstGeom prst="straightConnector1">
            <a:avLst/>
          </a:prstGeom>
          <a:noFill/>
          <a:ln w="12700" cap="flat" cmpd="sng">
            <a:solidFill>
              <a:schemeClr val="dk1"/>
            </a:solidFill>
            <a:prstDash val="solid"/>
            <a:miter lim="800000"/>
            <a:headEnd type="none" w="sm" len="sm"/>
            <a:tailEnd type="none" w="sm" len="sm"/>
          </a:ln>
        </p:spPr>
      </p:cxnSp>
      <p:sp>
        <p:nvSpPr>
          <p:cNvPr id="13" name="Google Shape;2084;g1ba4283a1d4_1_200">
            <a:extLst>
              <a:ext uri="{FF2B5EF4-FFF2-40B4-BE49-F238E27FC236}">
                <a16:creationId xmlns:a16="http://schemas.microsoft.com/office/drawing/2014/main" id="{96A5F524-9BE5-1F9A-91FD-91C8E31DB190}"/>
              </a:ext>
            </a:extLst>
          </p:cNvPr>
          <p:cNvSpPr txBox="1">
            <a:spLocks noGrp="1"/>
          </p:cNvSpPr>
          <p:nvPr>
            <p:ph type="body" idx="5"/>
          </p:nvPr>
        </p:nvSpPr>
        <p:spPr>
          <a:xfrm>
            <a:off x="5051079" y="1391576"/>
            <a:ext cx="708000" cy="394768"/>
          </a:xfrm>
          <a:prstGeom prst="rect">
            <a:avLst/>
          </a:prstGeom>
          <a:noFill/>
          <a:ln>
            <a:noFill/>
          </a:ln>
        </p:spPr>
        <p:txBody>
          <a:bodyPr spcFirstLastPara="1" wrap="square" lIns="0" tIns="72000" rIns="0" bIns="0" anchor="ctr" anchorCtr="0">
            <a:noAutofit/>
          </a:bodyPr>
          <a:lstStyle>
            <a:lvl1pPr marL="457200" lvl="0" indent="-228600" algn="l" rtl="0">
              <a:lnSpc>
                <a:spcPct val="90000"/>
              </a:lnSpc>
              <a:spcBef>
                <a:spcPts val="1000"/>
              </a:spcBef>
              <a:spcAft>
                <a:spcPts val="0"/>
              </a:spcAft>
              <a:buSzPts val="3000"/>
              <a:buNone/>
              <a:defRPr sz="2000" b="1" i="0" u="none" strike="noStrike" cap="none">
                <a:solidFill>
                  <a:schemeClr val="accent1"/>
                </a:solidFill>
                <a:latin typeface="Poppins"/>
                <a:ea typeface="Poppins"/>
                <a:cs typeface="Poppins"/>
                <a:sym typeface="Poppins"/>
              </a:defRPr>
            </a:lvl1pPr>
            <a:lvl2pPr marL="914400" lvl="1" indent="-342900" algn="l" rtl="0">
              <a:lnSpc>
                <a:spcPct val="90000"/>
              </a:lnSpc>
              <a:spcBef>
                <a:spcPts val="500"/>
              </a:spcBef>
              <a:spcAft>
                <a:spcPts val="0"/>
              </a:spcAft>
              <a:buSzPts val="1800"/>
              <a:buChar char="•"/>
              <a:defRPr/>
            </a:lvl2pPr>
            <a:lvl3pPr marL="1371600" lvl="2" indent="-342900" algn="l" rtl="0">
              <a:lnSpc>
                <a:spcPct val="90000"/>
              </a:lnSpc>
              <a:spcBef>
                <a:spcPts val="500"/>
              </a:spcBef>
              <a:spcAft>
                <a:spcPts val="0"/>
              </a:spcAft>
              <a:buSzPts val="1800"/>
              <a:buChar char="•"/>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24" name="CuadroTexto 4">
            <a:extLst>
              <a:ext uri="{FF2B5EF4-FFF2-40B4-BE49-F238E27FC236}">
                <a16:creationId xmlns:a16="http://schemas.microsoft.com/office/drawing/2014/main" id="{1B72640D-5A0B-1F29-745E-AA2F42F5C207}"/>
              </a:ext>
            </a:extLst>
          </p:cNvPr>
          <p:cNvSpPr txBox="1"/>
          <p:nvPr userDrawn="1"/>
        </p:nvSpPr>
        <p:spPr>
          <a:xfrm>
            <a:off x="491978" y="2545327"/>
            <a:ext cx="4261254" cy="1508105"/>
          </a:xfrm>
          <a:prstGeom prst="rect">
            <a:avLst/>
          </a:prstGeom>
          <a:noFill/>
        </p:spPr>
        <p:txBody>
          <a:bodyPr wrap="square" rtlCol="0">
            <a:spAutoFit/>
          </a:bodyPr>
          <a:lstStyle/>
          <a:p>
            <a:r>
              <a:rPr lang="en-US" sz="4000" b="1">
                <a:solidFill>
                  <a:schemeClr val="bg1"/>
                </a:solidFill>
                <a:latin typeface="Poppins" panose="00000500000000000000" pitchFamily="2" charset="0"/>
                <a:ea typeface="Raleway"/>
                <a:cs typeface="Poppins" panose="00000500000000000000" pitchFamily="2" charset="0"/>
                <a:sym typeface="Raleway"/>
              </a:rPr>
              <a:t>In this deck you will find…</a:t>
            </a:r>
          </a:p>
          <a:p>
            <a:endParaRPr lang="en-US" sz="1200">
              <a:latin typeface="Poppins" panose="00000500000000000000" pitchFamily="2" charset="0"/>
              <a:cs typeface="Poppins" panose="00000500000000000000" pitchFamily="2" charset="0"/>
            </a:endParaRPr>
          </a:p>
        </p:txBody>
      </p:sp>
      <p:sp>
        <p:nvSpPr>
          <p:cNvPr id="28" name="Google Shape;2076;g1ba4283a1d4_1_200">
            <a:extLst>
              <a:ext uri="{FF2B5EF4-FFF2-40B4-BE49-F238E27FC236}">
                <a16:creationId xmlns:a16="http://schemas.microsoft.com/office/drawing/2014/main" id="{982C1237-D691-6B40-CA02-43089E8D0C5E}"/>
              </a:ext>
            </a:extLst>
          </p:cNvPr>
          <p:cNvSpPr txBox="1">
            <a:spLocks noGrp="1"/>
          </p:cNvSpPr>
          <p:nvPr>
            <p:ph type="body" idx="10"/>
          </p:nvPr>
        </p:nvSpPr>
        <p:spPr>
          <a:xfrm>
            <a:off x="5872734" y="1979435"/>
            <a:ext cx="5826900" cy="394768"/>
          </a:xfrm>
          <a:prstGeom prst="rect">
            <a:avLst/>
          </a:prstGeom>
          <a:noFill/>
          <a:ln>
            <a:noFill/>
          </a:ln>
        </p:spPr>
        <p:txBody>
          <a:bodyPr spcFirstLastPara="1" wrap="square" lIns="0" tIns="0" rIns="0" bIns="0" anchor="ctr" anchorCtr="0">
            <a:normAutofit/>
          </a:bodyPr>
          <a:lstStyle>
            <a:lvl1pPr marL="457200" lvl="0" indent="-228600" algn="l" rtl="0">
              <a:lnSpc>
                <a:spcPct val="100000"/>
              </a:lnSpc>
              <a:spcBef>
                <a:spcPts val="0"/>
              </a:spcBef>
              <a:spcAft>
                <a:spcPts val="0"/>
              </a:spcAft>
              <a:buSzPts val="1500"/>
              <a:buNone/>
              <a:defRPr sz="1500" b="1" i="0" u="none" strike="noStrike" cap="none">
                <a:solidFill>
                  <a:schemeClr val="dk1"/>
                </a:solidFill>
                <a:latin typeface="Poppins"/>
                <a:ea typeface="Poppins"/>
                <a:cs typeface="Poppins"/>
                <a:sym typeface="Poppins"/>
              </a:defRPr>
            </a:lvl1pPr>
            <a:lvl2pPr marL="914400" lvl="1" indent="-342900" algn="l" rtl="0">
              <a:lnSpc>
                <a:spcPct val="90000"/>
              </a:lnSpc>
              <a:spcBef>
                <a:spcPts val="800"/>
              </a:spcBef>
              <a:spcAft>
                <a:spcPts val="0"/>
              </a:spcAft>
              <a:buSzPts val="1800"/>
              <a:buChar char="•"/>
              <a:defRPr/>
            </a:lvl2pPr>
            <a:lvl3pPr marL="1371600" lvl="2" indent="-342900" algn="l" rtl="0">
              <a:lnSpc>
                <a:spcPct val="90000"/>
              </a:lnSpc>
              <a:spcBef>
                <a:spcPts val="500"/>
              </a:spcBef>
              <a:spcAft>
                <a:spcPts val="0"/>
              </a:spcAft>
              <a:buSzPts val="1800"/>
              <a:buChar char="•"/>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GB"/>
              <a:t>Click to edit Master text styles</a:t>
            </a:r>
          </a:p>
        </p:txBody>
      </p:sp>
      <p:cxnSp>
        <p:nvCxnSpPr>
          <p:cNvPr id="29" name="Google Shape;2080;g1ba4283a1d4_1_200">
            <a:extLst>
              <a:ext uri="{FF2B5EF4-FFF2-40B4-BE49-F238E27FC236}">
                <a16:creationId xmlns:a16="http://schemas.microsoft.com/office/drawing/2014/main" id="{EC342BB3-B38D-9C31-9206-DB0671FB4443}"/>
              </a:ext>
            </a:extLst>
          </p:cNvPr>
          <p:cNvCxnSpPr>
            <a:cxnSpLocks/>
          </p:cNvCxnSpPr>
          <p:nvPr userDrawn="1"/>
        </p:nvCxnSpPr>
        <p:spPr>
          <a:xfrm>
            <a:off x="5042683" y="2440748"/>
            <a:ext cx="1" cy="0"/>
          </a:xfrm>
          <a:prstGeom prst="straightConnector1">
            <a:avLst/>
          </a:prstGeom>
          <a:noFill/>
          <a:ln w="12700" cap="flat" cmpd="sng">
            <a:solidFill>
              <a:schemeClr val="dk1"/>
            </a:solidFill>
            <a:prstDash val="solid"/>
            <a:miter lim="800000"/>
            <a:headEnd type="none" w="sm" len="sm"/>
            <a:tailEnd type="none" w="sm" len="sm"/>
          </a:ln>
        </p:spPr>
      </p:cxnSp>
      <p:sp>
        <p:nvSpPr>
          <p:cNvPr id="31" name="Google Shape;2084;g1ba4283a1d4_1_200">
            <a:extLst>
              <a:ext uri="{FF2B5EF4-FFF2-40B4-BE49-F238E27FC236}">
                <a16:creationId xmlns:a16="http://schemas.microsoft.com/office/drawing/2014/main" id="{0987017A-831F-16D1-B532-5EBCF21759BE}"/>
              </a:ext>
            </a:extLst>
          </p:cNvPr>
          <p:cNvSpPr txBox="1">
            <a:spLocks noGrp="1"/>
          </p:cNvSpPr>
          <p:nvPr>
            <p:ph type="body" idx="11"/>
          </p:nvPr>
        </p:nvSpPr>
        <p:spPr>
          <a:xfrm>
            <a:off x="5051079" y="1979436"/>
            <a:ext cx="708000" cy="394768"/>
          </a:xfrm>
          <a:prstGeom prst="rect">
            <a:avLst/>
          </a:prstGeom>
          <a:noFill/>
          <a:ln>
            <a:noFill/>
          </a:ln>
        </p:spPr>
        <p:txBody>
          <a:bodyPr spcFirstLastPara="1" wrap="square" lIns="0" tIns="72000" rIns="0" bIns="0" anchor="ctr" anchorCtr="0">
            <a:noAutofit/>
          </a:bodyPr>
          <a:lstStyle>
            <a:lvl1pPr marL="457200" lvl="0" indent="-228600" algn="l" rtl="0">
              <a:lnSpc>
                <a:spcPct val="90000"/>
              </a:lnSpc>
              <a:spcBef>
                <a:spcPts val="1000"/>
              </a:spcBef>
              <a:spcAft>
                <a:spcPts val="0"/>
              </a:spcAft>
              <a:buSzPts val="3000"/>
              <a:buNone/>
              <a:defRPr sz="2000" b="1" i="0" u="none" strike="noStrike" cap="none">
                <a:solidFill>
                  <a:schemeClr val="accent1"/>
                </a:solidFill>
                <a:latin typeface="Poppins"/>
                <a:ea typeface="Poppins"/>
                <a:cs typeface="Poppins"/>
                <a:sym typeface="Poppins"/>
              </a:defRPr>
            </a:lvl1pPr>
            <a:lvl2pPr marL="914400" lvl="1" indent="-342900" algn="l" rtl="0">
              <a:lnSpc>
                <a:spcPct val="90000"/>
              </a:lnSpc>
              <a:spcBef>
                <a:spcPts val="500"/>
              </a:spcBef>
              <a:spcAft>
                <a:spcPts val="0"/>
              </a:spcAft>
              <a:buSzPts val="1800"/>
              <a:buChar char="•"/>
              <a:defRPr/>
            </a:lvl2pPr>
            <a:lvl3pPr marL="1371600" lvl="2" indent="-342900" algn="l" rtl="0">
              <a:lnSpc>
                <a:spcPct val="90000"/>
              </a:lnSpc>
              <a:spcBef>
                <a:spcPts val="500"/>
              </a:spcBef>
              <a:spcAft>
                <a:spcPts val="0"/>
              </a:spcAft>
              <a:buSzPts val="1800"/>
              <a:buChar char="•"/>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32" name="Google Shape;2076;g1ba4283a1d4_1_200">
            <a:extLst>
              <a:ext uri="{FF2B5EF4-FFF2-40B4-BE49-F238E27FC236}">
                <a16:creationId xmlns:a16="http://schemas.microsoft.com/office/drawing/2014/main" id="{3BA7E2E8-8157-493A-5648-E22DA12E64B4}"/>
              </a:ext>
            </a:extLst>
          </p:cNvPr>
          <p:cNvSpPr txBox="1">
            <a:spLocks noGrp="1"/>
          </p:cNvSpPr>
          <p:nvPr>
            <p:ph type="body" idx="12"/>
          </p:nvPr>
        </p:nvSpPr>
        <p:spPr>
          <a:xfrm>
            <a:off x="5881141" y="2565800"/>
            <a:ext cx="5826900" cy="394768"/>
          </a:xfrm>
          <a:prstGeom prst="rect">
            <a:avLst/>
          </a:prstGeom>
          <a:noFill/>
          <a:ln>
            <a:noFill/>
          </a:ln>
        </p:spPr>
        <p:txBody>
          <a:bodyPr spcFirstLastPara="1" wrap="square" lIns="0" tIns="0" rIns="0" bIns="0" anchor="ctr" anchorCtr="0">
            <a:normAutofit/>
          </a:bodyPr>
          <a:lstStyle>
            <a:lvl1pPr marL="457200" lvl="0" indent="-228600" algn="l" rtl="0">
              <a:lnSpc>
                <a:spcPct val="100000"/>
              </a:lnSpc>
              <a:spcBef>
                <a:spcPts val="0"/>
              </a:spcBef>
              <a:spcAft>
                <a:spcPts val="0"/>
              </a:spcAft>
              <a:buSzPts val="1500"/>
              <a:buNone/>
              <a:defRPr sz="1500" b="1" i="0" u="none" strike="noStrike" cap="none">
                <a:solidFill>
                  <a:schemeClr val="dk1"/>
                </a:solidFill>
                <a:latin typeface="Poppins"/>
                <a:ea typeface="Poppins"/>
                <a:cs typeface="Poppins"/>
                <a:sym typeface="Poppins"/>
              </a:defRPr>
            </a:lvl1pPr>
            <a:lvl2pPr marL="914400" lvl="1" indent="-342900" algn="l" rtl="0">
              <a:lnSpc>
                <a:spcPct val="90000"/>
              </a:lnSpc>
              <a:spcBef>
                <a:spcPts val="800"/>
              </a:spcBef>
              <a:spcAft>
                <a:spcPts val="0"/>
              </a:spcAft>
              <a:buSzPts val="1800"/>
              <a:buChar char="•"/>
              <a:defRPr/>
            </a:lvl2pPr>
            <a:lvl3pPr marL="1371600" lvl="2" indent="-342900" algn="l" rtl="0">
              <a:lnSpc>
                <a:spcPct val="90000"/>
              </a:lnSpc>
              <a:spcBef>
                <a:spcPts val="500"/>
              </a:spcBef>
              <a:spcAft>
                <a:spcPts val="0"/>
              </a:spcAft>
              <a:buSzPts val="1800"/>
              <a:buChar char="•"/>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GB"/>
              <a:t>Click to edit Master text styles</a:t>
            </a:r>
          </a:p>
        </p:txBody>
      </p:sp>
      <p:cxnSp>
        <p:nvCxnSpPr>
          <p:cNvPr id="33" name="Google Shape;2080;g1ba4283a1d4_1_200">
            <a:extLst>
              <a:ext uri="{FF2B5EF4-FFF2-40B4-BE49-F238E27FC236}">
                <a16:creationId xmlns:a16="http://schemas.microsoft.com/office/drawing/2014/main" id="{07CA43A5-8FB4-DFB9-DE8D-D4A0B8AF204E}"/>
              </a:ext>
            </a:extLst>
          </p:cNvPr>
          <p:cNvCxnSpPr>
            <a:cxnSpLocks/>
          </p:cNvCxnSpPr>
          <p:nvPr userDrawn="1"/>
        </p:nvCxnSpPr>
        <p:spPr>
          <a:xfrm>
            <a:off x="5051090" y="3027113"/>
            <a:ext cx="1" cy="0"/>
          </a:xfrm>
          <a:prstGeom prst="straightConnector1">
            <a:avLst/>
          </a:prstGeom>
          <a:noFill/>
          <a:ln w="12700" cap="flat" cmpd="sng">
            <a:solidFill>
              <a:schemeClr val="dk1"/>
            </a:solidFill>
            <a:prstDash val="solid"/>
            <a:miter lim="800000"/>
            <a:headEnd type="none" w="sm" len="sm"/>
            <a:tailEnd type="none" w="sm" len="sm"/>
          </a:ln>
        </p:spPr>
      </p:cxnSp>
      <p:sp>
        <p:nvSpPr>
          <p:cNvPr id="35" name="Google Shape;2084;g1ba4283a1d4_1_200">
            <a:extLst>
              <a:ext uri="{FF2B5EF4-FFF2-40B4-BE49-F238E27FC236}">
                <a16:creationId xmlns:a16="http://schemas.microsoft.com/office/drawing/2014/main" id="{D87F066C-B2A0-43FA-D7DD-2FF21A49144F}"/>
              </a:ext>
            </a:extLst>
          </p:cNvPr>
          <p:cNvSpPr txBox="1">
            <a:spLocks noGrp="1"/>
          </p:cNvSpPr>
          <p:nvPr>
            <p:ph type="body" idx="13"/>
          </p:nvPr>
        </p:nvSpPr>
        <p:spPr>
          <a:xfrm>
            <a:off x="5059486" y="2565801"/>
            <a:ext cx="708000" cy="394768"/>
          </a:xfrm>
          <a:prstGeom prst="rect">
            <a:avLst/>
          </a:prstGeom>
          <a:noFill/>
          <a:ln>
            <a:noFill/>
          </a:ln>
        </p:spPr>
        <p:txBody>
          <a:bodyPr spcFirstLastPara="1" wrap="square" lIns="0" tIns="72000" rIns="0" bIns="0" anchor="ctr" anchorCtr="0">
            <a:noAutofit/>
          </a:bodyPr>
          <a:lstStyle>
            <a:lvl1pPr marL="457200" lvl="0" indent="-228600" algn="l" rtl="0">
              <a:lnSpc>
                <a:spcPct val="90000"/>
              </a:lnSpc>
              <a:spcBef>
                <a:spcPts val="1000"/>
              </a:spcBef>
              <a:spcAft>
                <a:spcPts val="0"/>
              </a:spcAft>
              <a:buSzPts val="3000"/>
              <a:buNone/>
              <a:defRPr sz="2000" b="1" i="0" u="none" strike="noStrike" cap="none">
                <a:solidFill>
                  <a:schemeClr val="accent1"/>
                </a:solidFill>
                <a:latin typeface="Poppins"/>
                <a:ea typeface="Poppins"/>
                <a:cs typeface="Poppins"/>
                <a:sym typeface="Poppins"/>
              </a:defRPr>
            </a:lvl1pPr>
            <a:lvl2pPr marL="914400" lvl="1" indent="-342900" algn="l" rtl="0">
              <a:lnSpc>
                <a:spcPct val="90000"/>
              </a:lnSpc>
              <a:spcBef>
                <a:spcPts val="500"/>
              </a:spcBef>
              <a:spcAft>
                <a:spcPts val="0"/>
              </a:spcAft>
              <a:buSzPts val="1800"/>
              <a:buChar char="•"/>
              <a:defRPr/>
            </a:lvl2pPr>
            <a:lvl3pPr marL="1371600" lvl="2" indent="-342900" algn="l" rtl="0">
              <a:lnSpc>
                <a:spcPct val="90000"/>
              </a:lnSpc>
              <a:spcBef>
                <a:spcPts val="500"/>
              </a:spcBef>
              <a:spcAft>
                <a:spcPts val="0"/>
              </a:spcAft>
              <a:buSzPts val="1800"/>
              <a:buChar char="•"/>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36" name="Google Shape;2076;g1ba4283a1d4_1_200">
            <a:extLst>
              <a:ext uri="{FF2B5EF4-FFF2-40B4-BE49-F238E27FC236}">
                <a16:creationId xmlns:a16="http://schemas.microsoft.com/office/drawing/2014/main" id="{F0B0E59B-BDAB-3865-AAC0-DD2D958A9E04}"/>
              </a:ext>
            </a:extLst>
          </p:cNvPr>
          <p:cNvSpPr txBox="1">
            <a:spLocks noGrp="1"/>
          </p:cNvSpPr>
          <p:nvPr>
            <p:ph type="body" idx="14"/>
          </p:nvPr>
        </p:nvSpPr>
        <p:spPr>
          <a:xfrm>
            <a:off x="5881141" y="3153660"/>
            <a:ext cx="5826900" cy="394768"/>
          </a:xfrm>
          <a:prstGeom prst="rect">
            <a:avLst/>
          </a:prstGeom>
          <a:noFill/>
          <a:ln>
            <a:noFill/>
          </a:ln>
        </p:spPr>
        <p:txBody>
          <a:bodyPr spcFirstLastPara="1" wrap="square" lIns="0" tIns="0" rIns="0" bIns="0" anchor="ctr" anchorCtr="0">
            <a:normAutofit/>
          </a:bodyPr>
          <a:lstStyle>
            <a:lvl1pPr marL="457200" lvl="0" indent="-228600" algn="l" rtl="0">
              <a:lnSpc>
                <a:spcPct val="100000"/>
              </a:lnSpc>
              <a:spcBef>
                <a:spcPts val="0"/>
              </a:spcBef>
              <a:spcAft>
                <a:spcPts val="0"/>
              </a:spcAft>
              <a:buSzPts val="1500"/>
              <a:buNone/>
              <a:defRPr sz="1500" b="1" i="0" u="none" strike="noStrike" cap="none">
                <a:solidFill>
                  <a:schemeClr val="dk1"/>
                </a:solidFill>
                <a:latin typeface="Poppins"/>
                <a:ea typeface="Poppins"/>
                <a:cs typeface="Poppins"/>
                <a:sym typeface="Poppins"/>
              </a:defRPr>
            </a:lvl1pPr>
            <a:lvl2pPr marL="914400" lvl="1" indent="-342900" algn="l" rtl="0">
              <a:lnSpc>
                <a:spcPct val="90000"/>
              </a:lnSpc>
              <a:spcBef>
                <a:spcPts val="800"/>
              </a:spcBef>
              <a:spcAft>
                <a:spcPts val="0"/>
              </a:spcAft>
              <a:buSzPts val="1800"/>
              <a:buChar char="•"/>
              <a:defRPr/>
            </a:lvl2pPr>
            <a:lvl3pPr marL="1371600" lvl="2" indent="-342900" algn="l" rtl="0">
              <a:lnSpc>
                <a:spcPct val="90000"/>
              </a:lnSpc>
              <a:spcBef>
                <a:spcPts val="500"/>
              </a:spcBef>
              <a:spcAft>
                <a:spcPts val="0"/>
              </a:spcAft>
              <a:buSzPts val="1800"/>
              <a:buChar char="•"/>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GB"/>
              <a:t>Click to edit Master text styles</a:t>
            </a:r>
          </a:p>
        </p:txBody>
      </p:sp>
      <p:cxnSp>
        <p:nvCxnSpPr>
          <p:cNvPr id="37" name="Google Shape;2080;g1ba4283a1d4_1_200">
            <a:extLst>
              <a:ext uri="{FF2B5EF4-FFF2-40B4-BE49-F238E27FC236}">
                <a16:creationId xmlns:a16="http://schemas.microsoft.com/office/drawing/2014/main" id="{F7D44BA6-5617-B1E1-8A69-6E6D47465A4F}"/>
              </a:ext>
            </a:extLst>
          </p:cNvPr>
          <p:cNvCxnSpPr>
            <a:cxnSpLocks/>
          </p:cNvCxnSpPr>
          <p:nvPr userDrawn="1"/>
        </p:nvCxnSpPr>
        <p:spPr>
          <a:xfrm>
            <a:off x="5051090" y="3614973"/>
            <a:ext cx="1" cy="0"/>
          </a:xfrm>
          <a:prstGeom prst="straightConnector1">
            <a:avLst/>
          </a:prstGeom>
          <a:noFill/>
          <a:ln w="12700" cap="flat" cmpd="sng">
            <a:solidFill>
              <a:schemeClr val="dk1"/>
            </a:solidFill>
            <a:prstDash val="solid"/>
            <a:miter lim="800000"/>
            <a:headEnd type="none" w="sm" len="sm"/>
            <a:tailEnd type="none" w="sm" len="sm"/>
          </a:ln>
        </p:spPr>
      </p:cxnSp>
      <p:sp>
        <p:nvSpPr>
          <p:cNvPr id="39" name="Google Shape;2084;g1ba4283a1d4_1_200">
            <a:extLst>
              <a:ext uri="{FF2B5EF4-FFF2-40B4-BE49-F238E27FC236}">
                <a16:creationId xmlns:a16="http://schemas.microsoft.com/office/drawing/2014/main" id="{AD0EA326-391F-A443-5575-02EB2398E18E}"/>
              </a:ext>
            </a:extLst>
          </p:cNvPr>
          <p:cNvSpPr txBox="1">
            <a:spLocks noGrp="1"/>
          </p:cNvSpPr>
          <p:nvPr>
            <p:ph type="body" idx="15"/>
          </p:nvPr>
        </p:nvSpPr>
        <p:spPr>
          <a:xfrm>
            <a:off x="5059486" y="3153661"/>
            <a:ext cx="708000" cy="394768"/>
          </a:xfrm>
          <a:prstGeom prst="rect">
            <a:avLst/>
          </a:prstGeom>
          <a:noFill/>
          <a:ln>
            <a:noFill/>
          </a:ln>
        </p:spPr>
        <p:txBody>
          <a:bodyPr spcFirstLastPara="1" wrap="square" lIns="0" tIns="72000" rIns="0" bIns="0" anchor="ctr" anchorCtr="0">
            <a:noAutofit/>
          </a:bodyPr>
          <a:lstStyle>
            <a:lvl1pPr marL="457200" lvl="0" indent="-228600" algn="l" rtl="0">
              <a:lnSpc>
                <a:spcPct val="90000"/>
              </a:lnSpc>
              <a:spcBef>
                <a:spcPts val="1000"/>
              </a:spcBef>
              <a:spcAft>
                <a:spcPts val="0"/>
              </a:spcAft>
              <a:buSzPts val="3000"/>
              <a:buNone/>
              <a:defRPr sz="2000" b="1" i="0" u="none" strike="noStrike" cap="none">
                <a:solidFill>
                  <a:schemeClr val="accent1"/>
                </a:solidFill>
                <a:latin typeface="Poppins"/>
                <a:ea typeface="Poppins"/>
                <a:cs typeface="Poppins"/>
                <a:sym typeface="Poppins"/>
              </a:defRPr>
            </a:lvl1pPr>
            <a:lvl2pPr marL="914400" lvl="1" indent="-342900" algn="l" rtl="0">
              <a:lnSpc>
                <a:spcPct val="90000"/>
              </a:lnSpc>
              <a:spcBef>
                <a:spcPts val="500"/>
              </a:spcBef>
              <a:spcAft>
                <a:spcPts val="0"/>
              </a:spcAft>
              <a:buSzPts val="1800"/>
              <a:buChar char="•"/>
              <a:defRPr/>
            </a:lvl2pPr>
            <a:lvl3pPr marL="1371600" lvl="2" indent="-342900" algn="l" rtl="0">
              <a:lnSpc>
                <a:spcPct val="90000"/>
              </a:lnSpc>
              <a:spcBef>
                <a:spcPts val="500"/>
              </a:spcBef>
              <a:spcAft>
                <a:spcPts val="0"/>
              </a:spcAft>
              <a:buSzPts val="1800"/>
              <a:buChar char="•"/>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44" name="TextBox 43">
            <a:extLst>
              <a:ext uri="{FF2B5EF4-FFF2-40B4-BE49-F238E27FC236}">
                <a16:creationId xmlns:a16="http://schemas.microsoft.com/office/drawing/2014/main" id="{CB9A870E-DF3A-3201-4925-089E53B9512A}"/>
              </a:ext>
            </a:extLst>
          </p:cNvPr>
          <p:cNvSpPr txBox="1"/>
          <p:nvPr userDrawn="1"/>
        </p:nvSpPr>
        <p:spPr>
          <a:xfrm>
            <a:off x="12035650" y="4343504"/>
            <a:ext cx="184731" cy="369332"/>
          </a:xfrm>
          <a:prstGeom prst="rect">
            <a:avLst/>
          </a:prstGeom>
          <a:noFill/>
        </p:spPr>
        <p:txBody>
          <a:bodyPr wrap="none" rtlCol="0">
            <a:spAutoFit/>
          </a:bodyPr>
          <a:lstStyle/>
          <a:p>
            <a:endParaRPr lang="en-GB"/>
          </a:p>
        </p:txBody>
      </p:sp>
    </p:spTree>
    <p:extLst>
      <p:ext uri="{BB962C8B-B14F-4D97-AF65-F5344CB8AC3E}">
        <p14:creationId xmlns:p14="http://schemas.microsoft.com/office/powerpoint/2010/main" val="17610797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with celonis">
    <p:bg>
      <p:bgRef idx="1001">
        <a:schemeClr val="bg2"/>
      </p:bgRef>
    </p:bg>
    <p:spTree>
      <p:nvGrpSpPr>
        <p:cNvPr id="1" name=""/>
        <p:cNvGrpSpPr/>
        <p:nvPr/>
      </p:nvGrpSpPr>
      <p:grpSpPr>
        <a:xfrm>
          <a:off x="0" y="0"/>
          <a:ext cx="0" cy="0"/>
          <a:chOff x="0" y="0"/>
          <a:chExt cx="0" cy="0"/>
        </a:xfrm>
      </p:grpSpPr>
      <p:pic>
        <p:nvPicPr>
          <p:cNvPr id="6" name="Google Shape;389;p61">
            <a:extLst>
              <a:ext uri="{FF2B5EF4-FFF2-40B4-BE49-F238E27FC236}">
                <a16:creationId xmlns:a16="http://schemas.microsoft.com/office/drawing/2014/main" id="{9C8C8BAD-DD6A-43B6-C3A5-26F065E71AC1}"/>
              </a:ext>
            </a:extLst>
          </p:cNvPr>
          <p:cNvPicPr preferRelativeResize="0"/>
          <p:nvPr userDrawn="1"/>
        </p:nvPicPr>
        <p:blipFill rotWithShape="1">
          <a:blip r:embed="rId2">
            <a:alphaModFix/>
          </a:blip>
          <a:srcRect/>
          <a:stretch/>
        </p:blipFill>
        <p:spPr>
          <a:xfrm>
            <a:off x="1885873" y="535731"/>
            <a:ext cx="360553" cy="383885"/>
          </a:xfrm>
          <a:prstGeom prst="rect">
            <a:avLst/>
          </a:prstGeom>
          <a:noFill/>
          <a:ln>
            <a:noFill/>
          </a:ln>
        </p:spPr>
      </p:pic>
      <p:cxnSp>
        <p:nvCxnSpPr>
          <p:cNvPr id="7" name="Straight Connector 6">
            <a:extLst>
              <a:ext uri="{FF2B5EF4-FFF2-40B4-BE49-F238E27FC236}">
                <a16:creationId xmlns:a16="http://schemas.microsoft.com/office/drawing/2014/main" id="{37392954-A776-2D2D-4A18-010E5CBE621A}"/>
              </a:ext>
            </a:extLst>
          </p:cNvPr>
          <p:cNvCxnSpPr>
            <a:cxnSpLocks/>
          </p:cNvCxnSpPr>
          <p:nvPr userDrawn="1"/>
        </p:nvCxnSpPr>
        <p:spPr>
          <a:xfrm>
            <a:off x="1697859" y="557849"/>
            <a:ext cx="0" cy="35081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9" name="Google Shape;160;p18">
            <a:extLst>
              <a:ext uri="{FF2B5EF4-FFF2-40B4-BE49-F238E27FC236}">
                <a16:creationId xmlns:a16="http://schemas.microsoft.com/office/drawing/2014/main" id="{66BB1739-BD4C-F228-C608-5BA80B99FC76}"/>
              </a:ext>
            </a:extLst>
          </p:cNvPr>
          <p:cNvSpPr txBox="1">
            <a:spLocks noGrp="1"/>
          </p:cNvSpPr>
          <p:nvPr>
            <p:ph type="body" idx="10" hasCustomPrompt="1"/>
          </p:nvPr>
        </p:nvSpPr>
        <p:spPr>
          <a:xfrm>
            <a:off x="776401" y="6199339"/>
            <a:ext cx="2334456" cy="245859"/>
          </a:xfrm>
          <a:prstGeom prst="rect">
            <a:avLst/>
          </a:prstGeom>
          <a:noFill/>
          <a:ln>
            <a:noFill/>
          </a:ln>
        </p:spPr>
        <p:txBody>
          <a:bodyPr spcFirstLastPara="1" wrap="square" lIns="0" tIns="0" rIns="0" bIns="0" anchor="ctr" anchorCtr="0">
            <a:normAutofit/>
          </a:bodyPr>
          <a:lstStyle>
            <a:lvl1pPr marL="0" lvl="0" indent="0" algn="l">
              <a:lnSpc>
                <a:spcPct val="100000"/>
              </a:lnSpc>
              <a:spcBef>
                <a:spcPts val="0"/>
              </a:spcBef>
              <a:spcAft>
                <a:spcPts val="0"/>
              </a:spcAft>
              <a:buSzPts val="2000"/>
              <a:buNone/>
              <a:defRPr sz="1200" b="0" i="0">
                <a:solidFill>
                  <a:schemeClr val="tx1"/>
                </a:solidFill>
                <a:latin typeface="Poppins"/>
                <a:ea typeface="Poppins"/>
                <a:cs typeface="Poppins"/>
                <a:sym typeface="Poppins"/>
              </a:defRPr>
            </a:lvl1pPr>
            <a:lvl2pPr marL="1219170" lvl="1" indent="-457189" algn="l">
              <a:lnSpc>
                <a:spcPct val="100000"/>
              </a:lnSpc>
              <a:spcBef>
                <a:spcPts val="667"/>
              </a:spcBef>
              <a:spcAft>
                <a:spcPts val="0"/>
              </a:spcAft>
              <a:buSzPts val="1800"/>
              <a:buChar char="•"/>
              <a:defRPr b="1" i="0">
                <a:latin typeface="Poppins"/>
                <a:ea typeface="Poppins"/>
                <a:cs typeface="Poppins"/>
                <a:sym typeface="Poppins"/>
              </a:defRPr>
            </a:lvl2pPr>
            <a:lvl3pPr marL="1828754" lvl="2" indent="-440256" algn="l">
              <a:lnSpc>
                <a:spcPct val="100000"/>
              </a:lnSpc>
              <a:spcBef>
                <a:spcPts val="667"/>
              </a:spcBef>
              <a:spcAft>
                <a:spcPts val="0"/>
              </a:spcAft>
              <a:buSzPts val="1600"/>
              <a:buChar char="•"/>
              <a:defRPr b="1" i="0">
                <a:latin typeface="Poppins"/>
                <a:ea typeface="Poppins"/>
                <a:cs typeface="Poppins"/>
                <a:sym typeface="Poppins"/>
              </a:defRPr>
            </a:lvl3pPr>
            <a:lvl4pPr marL="2438339" lvl="3" indent="-423323" algn="l">
              <a:lnSpc>
                <a:spcPct val="100000"/>
              </a:lnSpc>
              <a:spcBef>
                <a:spcPts val="667"/>
              </a:spcBef>
              <a:spcAft>
                <a:spcPts val="0"/>
              </a:spcAft>
              <a:buSzPts val="1400"/>
              <a:buChar char="•"/>
              <a:defRPr b="1" i="0">
                <a:latin typeface="Poppins"/>
                <a:ea typeface="Poppins"/>
                <a:cs typeface="Poppins"/>
                <a:sym typeface="Poppins"/>
              </a:defRPr>
            </a:lvl4pPr>
            <a:lvl5pPr marL="3047924" lvl="4" indent="-406390" algn="l">
              <a:lnSpc>
                <a:spcPct val="100000"/>
              </a:lnSpc>
              <a:spcBef>
                <a:spcPts val="667"/>
              </a:spcBef>
              <a:spcAft>
                <a:spcPts val="0"/>
              </a:spcAft>
              <a:buSzPts val="1200"/>
              <a:buChar char="•"/>
              <a:defRPr b="1" i="0">
                <a:latin typeface="Poppins"/>
                <a:ea typeface="Poppins"/>
                <a:cs typeface="Poppins"/>
                <a:sym typeface="Poppins"/>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r>
              <a:rPr lang="en-US"/>
              <a:t>Date</a:t>
            </a:r>
            <a:endParaRPr/>
          </a:p>
        </p:txBody>
      </p:sp>
      <p:sp>
        <p:nvSpPr>
          <p:cNvPr id="13" name="Oval 12">
            <a:extLst>
              <a:ext uri="{FF2B5EF4-FFF2-40B4-BE49-F238E27FC236}">
                <a16:creationId xmlns:a16="http://schemas.microsoft.com/office/drawing/2014/main" id="{36B146E1-F8BA-A1F2-E980-507E16BB269B}"/>
              </a:ext>
            </a:extLst>
          </p:cNvPr>
          <p:cNvSpPr/>
          <p:nvPr userDrawn="1"/>
        </p:nvSpPr>
        <p:spPr>
          <a:xfrm>
            <a:off x="10578230" y="369518"/>
            <a:ext cx="1114817" cy="75782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sp>
        <p:nvSpPr>
          <p:cNvPr id="15" name="Google Shape;3946;p453">
            <a:extLst>
              <a:ext uri="{FF2B5EF4-FFF2-40B4-BE49-F238E27FC236}">
                <a16:creationId xmlns:a16="http://schemas.microsoft.com/office/drawing/2014/main" id="{ED02EAD0-15C3-647C-C53A-8E2A275DEA7D}"/>
              </a:ext>
            </a:extLst>
          </p:cNvPr>
          <p:cNvSpPr/>
          <p:nvPr userDrawn="1"/>
        </p:nvSpPr>
        <p:spPr>
          <a:xfrm>
            <a:off x="3734397" y="0"/>
            <a:ext cx="7075800" cy="6858000"/>
          </a:xfrm>
          <a:prstGeom prst="rect">
            <a:avLst/>
          </a:prstGeom>
          <a:gradFill>
            <a:gsLst>
              <a:gs pos="0">
                <a:schemeClr val="dk1"/>
              </a:gs>
              <a:gs pos="25000">
                <a:schemeClr val="dk1"/>
              </a:gs>
              <a:gs pos="86000">
                <a:srgbClr val="000000">
                  <a:alpha val="0"/>
                </a:srgbClr>
              </a:gs>
              <a:gs pos="100000">
                <a:srgbClr val="000000">
                  <a:alpha val="0"/>
                </a:srgbClr>
              </a:gs>
            </a:gsLst>
            <a:lin ang="1800004"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813"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 name="Google Shape;160;p18">
            <a:extLst>
              <a:ext uri="{FF2B5EF4-FFF2-40B4-BE49-F238E27FC236}">
                <a16:creationId xmlns:a16="http://schemas.microsoft.com/office/drawing/2014/main" id="{2B709015-1187-5F19-60AE-C5A78F5A775D}"/>
              </a:ext>
            </a:extLst>
          </p:cNvPr>
          <p:cNvSpPr txBox="1">
            <a:spLocks noGrp="1"/>
          </p:cNvSpPr>
          <p:nvPr>
            <p:ph type="body" idx="1"/>
          </p:nvPr>
        </p:nvSpPr>
        <p:spPr>
          <a:xfrm>
            <a:off x="776401" y="3579777"/>
            <a:ext cx="4991835" cy="459867"/>
          </a:xfrm>
          <a:prstGeom prst="rect">
            <a:avLst/>
          </a:prstGeom>
          <a:noFill/>
          <a:ln>
            <a:noFill/>
          </a:ln>
        </p:spPr>
        <p:txBody>
          <a:bodyPr spcFirstLastPara="1" wrap="square" lIns="0" tIns="0" rIns="0" bIns="0" anchor="t" anchorCtr="0">
            <a:normAutofit/>
          </a:bodyPr>
          <a:lstStyle>
            <a:lvl1pPr marL="0" lvl="0" indent="0" algn="l">
              <a:lnSpc>
                <a:spcPct val="100000"/>
              </a:lnSpc>
              <a:spcBef>
                <a:spcPts val="1333"/>
              </a:spcBef>
              <a:spcAft>
                <a:spcPts val="0"/>
              </a:spcAft>
              <a:buSzPts val="2000"/>
              <a:buNone/>
              <a:defRPr sz="1400" b="1" i="0">
                <a:solidFill>
                  <a:schemeClr val="accent1"/>
                </a:solidFill>
                <a:latin typeface="Poppins"/>
                <a:ea typeface="Poppins"/>
                <a:cs typeface="Poppins"/>
                <a:sym typeface="Poppins"/>
              </a:defRPr>
            </a:lvl1pPr>
            <a:lvl2pPr marL="1219170" lvl="1" indent="-457189" algn="l">
              <a:lnSpc>
                <a:spcPct val="100000"/>
              </a:lnSpc>
              <a:spcBef>
                <a:spcPts val="667"/>
              </a:spcBef>
              <a:spcAft>
                <a:spcPts val="0"/>
              </a:spcAft>
              <a:buSzPts val="1800"/>
              <a:buChar char="•"/>
              <a:defRPr b="1" i="0">
                <a:latin typeface="Poppins"/>
                <a:ea typeface="Poppins"/>
                <a:cs typeface="Poppins"/>
                <a:sym typeface="Poppins"/>
              </a:defRPr>
            </a:lvl2pPr>
            <a:lvl3pPr marL="1828754" lvl="2" indent="-440256" algn="l">
              <a:lnSpc>
                <a:spcPct val="100000"/>
              </a:lnSpc>
              <a:spcBef>
                <a:spcPts val="667"/>
              </a:spcBef>
              <a:spcAft>
                <a:spcPts val="0"/>
              </a:spcAft>
              <a:buSzPts val="1600"/>
              <a:buChar char="•"/>
              <a:defRPr b="1" i="0">
                <a:latin typeface="Poppins"/>
                <a:ea typeface="Poppins"/>
                <a:cs typeface="Poppins"/>
                <a:sym typeface="Poppins"/>
              </a:defRPr>
            </a:lvl3pPr>
            <a:lvl4pPr marL="2438339" lvl="3" indent="-423323" algn="l">
              <a:lnSpc>
                <a:spcPct val="100000"/>
              </a:lnSpc>
              <a:spcBef>
                <a:spcPts val="667"/>
              </a:spcBef>
              <a:spcAft>
                <a:spcPts val="0"/>
              </a:spcAft>
              <a:buSzPts val="1400"/>
              <a:buChar char="•"/>
              <a:defRPr b="1" i="0">
                <a:latin typeface="Poppins"/>
                <a:ea typeface="Poppins"/>
                <a:cs typeface="Poppins"/>
                <a:sym typeface="Poppins"/>
              </a:defRPr>
            </a:lvl4pPr>
            <a:lvl5pPr marL="3047924" lvl="4" indent="-406390" algn="l">
              <a:lnSpc>
                <a:spcPct val="100000"/>
              </a:lnSpc>
              <a:spcBef>
                <a:spcPts val="667"/>
              </a:spcBef>
              <a:spcAft>
                <a:spcPts val="0"/>
              </a:spcAft>
              <a:buSzPts val="1200"/>
              <a:buChar char="•"/>
              <a:defRPr b="1" i="0">
                <a:latin typeface="Poppins"/>
                <a:ea typeface="Poppins"/>
                <a:cs typeface="Poppins"/>
                <a:sym typeface="Poppins"/>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pPr lvl="0"/>
            <a:r>
              <a:rPr lang="en-GB"/>
              <a:t>Click to edit Master text styles</a:t>
            </a:r>
          </a:p>
        </p:txBody>
      </p:sp>
      <p:sp>
        <p:nvSpPr>
          <p:cNvPr id="3" name="Freeform 7">
            <a:extLst>
              <a:ext uri="{FF2B5EF4-FFF2-40B4-BE49-F238E27FC236}">
                <a16:creationId xmlns:a16="http://schemas.microsoft.com/office/drawing/2014/main" id="{54D27719-94C3-3350-8A55-F8F10922477D}"/>
              </a:ext>
            </a:extLst>
          </p:cNvPr>
          <p:cNvSpPr/>
          <p:nvPr userDrawn="1"/>
        </p:nvSpPr>
        <p:spPr>
          <a:xfrm>
            <a:off x="677348" y="295715"/>
            <a:ext cx="884132" cy="863915"/>
          </a:xfrm>
          <a:custGeom>
            <a:avLst/>
            <a:gdLst/>
            <a:ahLst/>
            <a:cxnLst/>
            <a:rect l="l" t="t" r="r" b="b"/>
            <a:pathLst>
              <a:path w="5344709" h="5344709">
                <a:moveTo>
                  <a:pt x="0" y="0"/>
                </a:moveTo>
                <a:lnTo>
                  <a:pt x="5344709" y="0"/>
                </a:lnTo>
                <a:lnTo>
                  <a:pt x="5344709" y="5344709"/>
                </a:lnTo>
                <a:lnTo>
                  <a:pt x="0" y="5344709"/>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Regular"/>
              <a:ea typeface="+mn-ea"/>
              <a:cs typeface="+mn-cs"/>
            </a:endParaRPr>
          </a:p>
        </p:txBody>
      </p:sp>
      <p:sp>
        <p:nvSpPr>
          <p:cNvPr id="11" name="Picture Placeholder 10">
            <a:extLst>
              <a:ext uri="{FF2B5EF4-FFF2-40B4-BE49-F238E27FC236}">
                <a16:creationId xmlns:a16="http://schemas.microsoft.com/office/drawing/2014/main" id="{FE83CB6A-77C0-7931-2375-2AE5F0252CFF}"/>
              </a:ext>
            </a:extLst>
          </p:cNvPr>
          <p:cNvSpPr>
            <a:spLocks noGrp="1"/>
          </p:cNvSpPr>
          <p:nvPr>
            <p:ph type="pic" sz="quarter" idx="11"/>
          </p:nvPr>
        </p:nvSpPr>
        <p:spPr>
          <a:xfrm>
            <a:off x="6096000" y="0"/>
            <a:ext cx="6096000" cy="6858000"/>
          </a:xfrm>
          <a:prstGeom prst="rect">
            <a:avLst/>
          </a:prstGeom>
        </p:spPr>
        <p:txBody>
          <a:bodyPr/>
          <a:lstStyle/>
          <a:p>
            <a:r>
              <a:rPr lang="en-GB"/>
              <a:t>Click icon to add picture</a:t>
            </a:r>
          </a:p>
        </p:txBody>
      </p:sp>
      <p:sp>
        <p:nvSpPr>
          <p:cNvPr id="4" name="Title 3">
            <a:extLst>
              <a:ext uri="{FF2B5EF4-FFF2-40B4-BE49-F238E27FC236}">
                <a16:creationId xmlns:a16="http://schemas.microsoft.com/office/drawing/2014/main" id="{039D57A3-BA4E-76BF-EDED-DCC31366F4BB}"/>
              </a:ext>
            </a:extLst>
          </p:cNvPr>
          <p:cNvSpPr>
            <a:spLocks noGrp="1"/>
          </p:cNvSpPr>
          <p:nvPr>
            <p:ph type="title"/>
          </p:nvPr>
        </p:nvSpPr>
        <p:spPr>
          <a:xfrm>
            <a:off x="776400" y="2388562"/>
            <a:ext cx="4991835" cy="360491"/>
          </a:xfrm>
        </p:spPr>
        <p:txBody>
          <a:bodyPr/>
          <a:lstStyle>
            <a:lvl1pPr>
              <a:defRPr sz="2800">
                <a:solidFill>
                  <a:schemeClr val="tx1"/>
                </a:solidFill>
              </a:defRPr>
            </a:lvl1pPr>
          </a:lstStyle>
          <a:p>
            <a:r>
              <a:rPr lang="en-GB"/>
              <a:t>Click to edit Master title style</a:t>
            </a:r>
          </a:p>
        </p:txBody>
      </p:sp>
    </p:spTree>
    <p:extLst>
      <p:ext uri="{BB962C8B-B14F-4D97-AF65-F5344CB8AC3E}">
        <p14:creationId xmlns:p14="http://schemas.microsoft.com/office/powerpoint/2010/main" val="2920972147"/>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with celonis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1513F75-5008-C69F-45A1-D85AB77BB594}"/>
              </a:ext>
            </a:extLst>
          </p:cNvPr>
          <p:cNvSpPr/>
          <p:nvPr userDrawn="1"/>
        </p:nvSpPr>
        <p:spPr>
          <a:xfrm>
            <a:off x="-1" y="9625"/>
            <a:ext cx="12192001" cy="6858000"/>
          </a:xfrm>
          <a:prstGeom prst="rect">
            <a:avLst/>
          </a:prstGeom>
          <a:gradFill flip="none" rotWithShape="1">
            <a:gsLst>
              <a:gs pos="10000">
                <a:srgbClr val="000000">
                  <a:alpha val="26235"/>
                </a:srgbClr>
              </a:gs>
              <a:gs pos="46000">
                <a:srgbClr val="000000">
                  <a:alpha val="57000"/>
                </a:srgbClr>
              </a:gs>
              <a:gs pos="100000">
                <a:srgbClr val="000000"/>
              </a:gs>
            </a:gsLst>
            <a:lin ang="10800000" scaled="0"/>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Poppins-Regular"/>
              <a:ea typeface="+mn-ea"/>
              <a:cs typeface="+mn-cs"/>
            </a:endParaRPr>
          </a:p>
        </p:txBody>
      </p:sp>
      <p:pic>
        <p:nvPicPr>
          <p:cNvPr id="6" name="Google Shape;389;p61">
            <a:extLst>
              <a:ext uri="{FF2B5EF4-FFF2-40B4-BE49-F238E27FC236}">
                <a16:creationId xmlns:a16="http://schemas.microsoft.com/office/drawing/2014/main" id="{9C8C8BAD-DD6A-43B6-C3A5-26F065E71AC1}"/>
              </a:ext>
            </a:extLst>
          </p:cNvPr>
          <p:cNvPicPr preferRelativeResize="0"/>
          <p:nvPr userDrawn="1"/>
        </p:nvPicPr>
        <p:blipFill rotWithShape="1">
          <a:blip r:embed="rId3">
            <a:alphaModFix/>
          </a:blip>
          <a:srcRect/>
          <a:stretch/>
        </p:blipFill>
        <p:spPr>
          <a:xfrm>
            <a:off x="1885873" y="535731"/>
            <a:ext cx="360553" cy="383885"/>
          </a:xfrm>
          <a:prstGeom prst="rect">
            <a:avLst/>
          </a:prstGeom>
          <a:noFill/>
          <a:ln>
            <a:noFill/>
          </a:ln>
        </p:spPr>
      </p:pic>
      <p:cxnSp>
        <p:nvCxnSpPr>
          <p:cNvPr id="7" name="Straight Connector 6">
            <a:extLst>
              <a:ext uri="{FF2B5EF4-FFF2-40B4-BE49-F238E27FC236}">
                <a16:creationId xmlns:a16="http://schemas.microsoft.com/office/drawing/2014/main" id="{37392954-A776-2D2D-4A18-010E5CBE621A}"/>
              </a:ext>
            </a:extLst>
          </p:cNvPr>
          <p:cNvCxnSpPr>
            <a:cxnSpLocks/>
          </p:cNvCxnSpPr>
          <p:nvPr userDrawn="1"/>
        </p:nvCxnSpPr>
        <p:spPr>
          <a:xfrm>
            <a:off x="1697859" y="557849"/>
            <a:ext cx="0" cy="35081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9" name="Google Shape;160;p18">
            <a:extLst>
              <a:ext uri="{FF2B5EF4-FFF2-40B4-BE49-F238E27FC236}">
                <a16:creationId xmlns:a16="http://schemas.microsoft.com/office/drawing/2014/main" id="{66BB1739-BD4C-F228-C608-5BA80B99FC76}"/>
              </a:ext>
            </a:extLst>
          </p:cNvPr>
          <p:cNvSpPr txBox="1">
            <a:spLocks noGrp="1"/>
          </p:cNvSpPr>
          <p:nvPr>
            <p:ph type="body" idx="10" hasCustomPrompt="1"/>
          </p:nvPr>
        </p:nvSpPr>
        <p:spPr>
          <a:xfrm>
            <a:off x="776401" y="6199339"/>
            <a:ext cx="2334456" cy="245859"/>
          </a:xfrm>
          <a:prstGeom prst="rect">
            <a:avLst/>
          </a:prstGeom>
          <a:noFill/>
          <a:ln>
            <a:noFill/>
          </a:ln>
        </p:spPr>
        <p:txBody>
          <a:bodyPr spcFirstLastPara="1" wrap="square" lIns="0" tIns="0" rIns="0" bIns="0" anchor="ctr" anchorCtr="0">
            <a:normAutofit/>
          </a:bodyPr>
          <a:lstStyle>
            <a:lvl1pPr marL="0" lvl="0" indent="0" algn="l">
              <a:lnSpc>
                <a:spcPct val="100000"/>
              </a:lnSpc>
              <a:spcBef>
                <a:spcPts val="0"/>
              </a:spcBef>
              <a:spcAft>
                <a:spcPts val="0"/>
              </a:spcAft>
              <a:buSzPts val="2000"/>
              <a:buNone/>
              <a:defRPr sz="1200" b="0" i="0">
                <a:solidFill>
                  <a:schemeClr val="tx1"/>
                </a:solidFill>
                <a:latin typeface="Poppins"/>
                <a:ea typeface="Poppins"/>
                <a:cs typeface="Poppins"/>
                <a:sym typeface="Poppins"/>
              </a:defRPr>
            </a:lvl1pPr>
            <a:lvl2pPr marL="1219170" lvl="1" indent="-457189" algn="l">
              <a:lnSpc>
                <a:spcPct val="100000"/>
              </a:lnSpc>
              <a:spcBef>
                <a:spcPts val="667"/>
              </a:spcBef>
              <a:spcAft>
                <a:spcPts val="0"/>
              </a:spcAft>
              <a:buSzPts val="1800"/>
              <a:buChar char="•"/>
              <a:defRPr b="1" i="0">
                <a:latin typeface="Poppins"/>
                <a:ea typeface="Poppins"/>
                <a:cs typeface="Poppins"/>
                <a:sym typeface="Poppins"/>
              </a:defRPr>
            </a:lvl2pPr>
            <a:lvl3pPr marL="1828754" lvl="2" indent="-440256" algn="l">
              <a:lnSpc>
                <a:spcPct val="100000"/>
              </a:lnSpc>
              <a:spcBef>
                <a:spcPts val="667"/>
              </a:spcBef>
              <a:spcAft>
                <a:spcPts val="0"/>
              </a:spcAft>
              <a:buSzPts val="1600"/>
              <a:buChar char="•"/>
              <a:defRPr b="1" i="0">
                <a:latin typeface="Poppins"/>
                <a:ea typeface="Poppins"/>
                <a:cs typeface="Poppins"/>
                <a:sym typeface="Poppins"/>
              </a:defRPr>
            </a:lvl3pPr>
            <a:lvl4pPr marL="2438339" lvl="3" indent="-423323" algn="l">
              <a:lnSpc>
                <a:spcPct val="100000"/>
              </a:lnSpc>
              <a:spcBef>
                <a:spcPts val="667"/>
              </a:spcBef>
              <a:spcAft>
                <a:spcPts val="0"/>
              </a:spcAft>
              <a:buSzPts val="1400"/>
              <a:buChar char="•"/>
              <a:defRPr b="1" i="0">
                <a:latin typeface="Poppins"/>
                <a:ea typeface="Poppins"/>
                <a:cs typeface="Poppins"/>
                <a:sym typeface="Poppins"/>
              </a:defRPr>
            </a:lvl4pPr>
            <a:lvl5pPr marL="3047924" lvl="4" indent="-406390" algn="l">
              <a:lnSpc>
                <a:spcPct val="100000"/>
              </a:lnSpc>
              <a:spcBef>
                <a:spcPts val="667"/>
              </a:spcBef>
              <a:spcAft>
                <a:spcPts val="0"/>
              </a:spcAft>
              <a:buSzPts val="1200"/>
              <a:buChar char="•"/>
              <a:defRPr b="1" i="0">
                <a:latin typeface="Poppins"/>
                <a:ea typeface="Poppins"/>
                <a:cs typeface="Poppins"/>
                <a:sym typeface="Poppins"/>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r>
              <a:rPr lang="en-US"/>
              <a:t>Date</a:t>
            </a:r>
            <a:endParaRPr/>
          </a:p>
        </p:txBody>
      </p:sp>
      <p:sp>
        <p:nvSpPr>
          <p:cNvPr id="2" name="Google Shape;160;p18">
            <a:extLst>
              <a:ext uri="{FF2B5EF4-FFF2-40B4-BE49-F238E27FC236}">
                <a16:creationId xmlns:a16="http://schemas.microsoft.com/office/drawing/2014/main" id="{2B709015-1187-5F19-60AE-C5A78F5A775D}"/>
              </a:ext>
            </a:extLst>
          </p:cNvPr>
          <p:cNvSpPr txBox="1">
            <a:spLocks noGrp="1"/>
          </p:cNvSpPr>
          <p:nvPr>
            <p:ph type="body" idx="1"/>
          </p:nvPr>
        </p:nvSpPr>
        <p:spPr>
          <a:xfrm>
            <a:off x="776401" y="3579777"/>
            <a:ext cx="4991835" cy="459867"/>
          </a:xfrm>
          <a:prstGeom prst="rect">
            <a:avLst/>
          </a:prstGeom>
          <a:noFill/>
          <a:ln>
            <a:noFill/>
          </a:ln>
        </p:spPr>
        <p:txBody>
          <a:bodyPr spcFirstLastPara="1" wrap="square" lIns="0" tIns="0" rIns="0" bIns="0" anchor="t" anchorCtr="0">
            <a:normAutofit/>
          </a:bodyPr>
          <a:lstStyle>
            <a:lvl1pPr marL="0" lvl="0" indent="0" algn="l">
              <a:lnSpc>
                <a:spcPct val="100000"/>
              </a:lnSpc>
              <a:spcBef>
                <a:spcPts val="1333"/>
              </a:spcBef>
              <a:spcAft>
                <a:spcPts val="0"/>
              </a:spcAft>
              <a:buSzPts val="2000"/>
              <a:buNone/>
              <a:defRPr sz="1400" b="1" i="0">
                <a:solidFill>
                  <a:schemeClr val="accent1"/>
                </a:solidFill>
                <a:latin typeface="Poppins"/>
                <a:ea typeface="Poppins"/>
                <a:cs typeface="Poppins"/>
                <a:sym typeface="Poppins"/>
              </a:defRPr>
            </a:lvl1pPr>
            <a:lvl2pPr marL="1219170" lvl="1" indent="-457189" algn="l">
              <a:lnSpc>
                <a:spcPct val="100000"/>
              </a:lnSpc>
              <a:spcBef>
                <a:spcPts val="667"/>
              </a:spcBef>
              <a:spcAft>
                <a:spcPts val="0"/>
              </a:spcAft>
              <a:buSzPts val="1800"/>
              <a:buChar char="•"/>
              <a:defRPr b="1" i="0">
                <a:latin typeface="Poppins"/>
                <a:ea typeface="Poppins"/>
                <a:cs typeface="Poppins"/>
                <a:sym typeface="Poppins"/>
              </a:defRPr>
            </a:lvl2pPr>
            <a:lvl3pPr marL="1828754" lvl="2" indent="-440256" algn="l">
              <a:lnSpc>
                <a:spcPct val="100000"/>
              </a:lnSpc>
              <a:spcBef>
                <a:spcPts val="667"/>
              </a:spcBef>
              <a:spcAft>
                <a:spcPts val="0"/>
              </a:spcAft>
              <a:buSzPts val="1600"/>
              <a:buChar char="•"/>
              <a:defRPr b="1" i="0">
                <a:latin typeface="Poppins"/>
                <a:ea typeface="Poppins"/>
                <a:cs typeface="Poppins"/>
                <a:sym typeface="Poppins"/>
              </a:defRPr>
            </a:lvl3pPr>
            <a:lvl4pPr marL="2438339" lvl="3" indent="-423323" algn="l">
              <a:lnSpc>
                <a:spcPct val="100000"/>
              </a:lnSpc>
              <a:spcBef>
                <a:spcPts val="667"/>
              </a:spcBef>
              <a:spcAft>
                <a:spcPts val="0"/>
              </a:spcAft>
              <a:buSzPts val="1400"/>
              <a:buChar char="•"/>
              <a:defRPr b="1" i="0">
                <a:latin typeface="Poppins"/>
                <a:ea typeface="Poppins"/>
                <a:cs typeface="Poppins"/>
                <a:sym typeface="Poppins"/>
              </a:defRPr>
            </a:lvl4pPr>
            <a:lvl5pPr marL="3047924" lvl="4" indent="-406390" algn="l">
              <a:lnSpc>
                <a:spcPct val="100000"/>
              </a:lnSpc>
              <a:spcBef>
                <a:spcPts val="667"/>
              </a:spcBef>
              <a:spcAft>
                <a:spcPts val="0"/>
              </a:spcAft>
              <a:buSzPts val="1200"/>
              <a:buChar char="•"/>
              <a:defRPr b="1" i="0">
                <a:latin typeface="Poppins"/>
                <a:ea typeface="Poppins"/>
                <a:cs typeface="Poppins"/>
                <a:sym typeface="Poppins"/>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pPr lvl="0"/>
            <a:r>
              <a:rPr lang="en-GB"/>
              <a:t>Click to edit Master text styles</a:t>
            </a:r>
          </a:p>
        </p:txBody>
      </p:sp>
      <p:sp>
        <p:nvSpPr>
          <p:cNvPr id="3" name="Freeform 7">
            <a:extLst>
              <a:ext uri="{FF2B5EF4-FFF2-40B4-BE49-F238E27FC236}">
                <a16:creationId xmlns:a16="http://schemas.microsoft.com/office/drawing/2014/main" id="{54D27719-94C3-3350-8A55-F8F10922477D}"/>
              </a:ext>
            </a:extLst>
          </p:cNvPr>
          <p:cNvSpPr/>
          <p:nvPr userDrawn="1"/>
        </p:nvSpPr>
        <p:spPr>
          <a:xfrm>
            <a:off x="677348" y="295715"/>
            <a:ext cx="884132" cy="863915"/>
          </a:xfrm>
          <a:custGeom>
            <a:avLst/>
            <a:gdLst/>
            <a:ahLst/>
            <a:cxnLst/>
            <a:rect l="l" t="t" r="r" b="b"/>
            <a:pathLst>
              <a:path w="5344709" h="5344709">
                <a:moveTo>
                  <a:pt x="0" y="0"/>
                </a:moveTo>
                <a:lnTo>
                  <a:pt x="5344709" y="0"/>
                </a:lnTo>
                <a:lnTo>
                  <a:pt x="5344709" y="5344709"/>
                </a:lnTo>
                <a:lnTo>
                  <a:pt x="0" y="5344709"/>
                </a:lnTo>
                <a:lnTo>
                  <a:pt x="0" y="0"/>
                </a:lnTo>
                <a:close/>
              </a:path>
            </a:pathLst>
          </a:custGeom>
          <a:blipFill>
            <a:blip r:embed="rId4"/>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Regular"/>
              <a:ea typeface="+mn-ea"/>
              <a:cs typeface="+mn-cs"/>
            </a:endParaRPr>
          </a:p>
        </p:txBody>
      </p:sp>
      <p:sp>
        <p:nvSpPr>
          <p:cNvPr id="5" name="Title 3">
            <a:extLst>
              <a:ext uri="{FF2B5EF4-FFF2-40B4-BE49-F238E27FC236}">
                <a16:creationId xmlns:a16="http://schemas.microsoft.com/office/drawing/2014/main" id="{6693B3E3-D413-7918-0F4C-921E52A469C8}"/>
              </a:ext>
            </a:extLst>
          </p:cNvPr>
          <p:cNvSpPr>
            <a:spLocks noGrp="1"/>
          </p:cNvSpPr>
          <p:nvPr>
            <p:ph type="title"/>
          </p:nvPr>
        </p:nvSpPr>
        <p:spPr>
          <a:xfrm>
            <a:off x="776400" y="2388562"/>
            <a:ext cx="4991835" cy="360491"/>
          </a:xfrm>
        </p:spPr>
        <p:txBody>
          <a:bodyPr/>
          <a:lstStyle>
            <a:lvl1pPr>
              <a:defRPr sz="2800">
                <a:solidFill>
                  <a:schemeClr val="tx1"/>
                </a:solidFill>
              </a:defRPr>
            </a:lvl1pPr>
          </a:lstStyle>
          <a:p>
            <a:r>
              <a:rPr lang="en-GB"/>
              <a:t>Click to edit Master title style</a:t>
            </a:r>
          </a:p>
        </p:txBody>
      </p:sp>
    </p:spTree>
    <p:extLst>
      <p:ext uri="{BB962C8B-B14F-4D97-AF65-F5344CB8AC3E}">
        <p14:creationId xmlns:p14="http://schemas.microsoft.com/office/powerpoint/2010/main" val="2174700145"/>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only ofi">
    <p:bg>
      <p:bgRef idx="1001">
        <a:schemeClr val="bg2"/>
      </p:bgRef>
    </p:bg>
    <p:spTree>
      <p:nvGrpSpPr>
        <p:cNvPr id="1" name=""/>
        <p:cNvGrpSpPr/>
        <p:nvPr/>
      </p:nvGrpSpPr>
      <p:grpSpPr>
        <a:xfrm>
          <a:off x="0" y="0"/>
          <a:ext cx="0" cy="0"/>
          <a:chOff x="0" y="0"/>
          <a:chExt cx="0" cy="0"/>
        </a:xfrm>
      </p:grpSpPr>
      <p:sp>
        <p:nvSpPr>
          <p:cNvPr id="9" name="Google Shape;160;p18">
            <a:extLst>
              <a:ext uri="{FF2B5EF4-FFF2-40B4-BE49-F238E27FC236}">
                <a16:creationId xmlns:a16="http://schemas.microsoft.com/office/drawing/2014/main" id="{66BB1739-BD4C-F228-C608-5BA80B99FC76}"/>
              </a:ext>
            </a:extLst>
          </p:cNvPr>
          <p:cNvSpPr txBox="1">
            <a:spLocks noGrp="1"/>
          </p:cNvSpPr>
          <p:nvPr>
            <p:ph type="body" idx="10" hasCustomPrompt="1"/>
          </p:nvPr>
        </p:nvSpPr>
        <p:spPr>
          <a:xfrm>
            <a:off x="776401" y="6199339"/>
            <a:ext cx="2334456" cy="245859"/>
          </a:xfrm>
          <a:prstGeom prst="rect">
            <a:avLst/>
          </a:prstGeom>
          <a:noFill/>
          <a:ln>
            <a:noFill/>
          </a:ln>
        </p:spPr>
        <p:txBody>
          <a:bodyPr spcFirstLastPara="1" wrap="square" lIns="0" tIns="0" rIns="0" bIns="0" anchor="ctr" anchorCtr="0">
            <a:normAutofit/>
          </a:bodyPr>
          <a:lstStyle>
            <a:lvl1pPr marL="0" lvl="0" indent="0" algn="l">
              <a:lnSpc>
                <a:spcPct val="100000"/>
              </a:lnSpc>
              <a:spcBef>
                <a:spcPts val="0"/>
              </a:spcBef>
              <a:spcAft>
                <a:spcPts val="0"/>
              </a:spcAft>
              <a:buSzPts val="2000"/>
              <a:buNone/>
              <a:defRPr sz="1200" b="0" i="0">
                <a:solidFill>
                  <a:schemeClr val="tx1"/>
                </a:solidFill>
                <a:latin typeface="Poppins"/>
                <a:ea typeface="Poppins"/>
                <a:cs typeface="Poppins"/>
                <a:sym typeface="Poppins"/>
              </a:defRPr>
            </a:lvl1pPr>
            <a:lvl2pPr marL="1219170" lvl="1" indent="-457189" algn="l">
              <a:lnSpc>
                <a:spcPct val="100000"/>
              </a:lnSpc>
              <a:spcBef>
                <a:spcPts val="667"/>
              </a:spcBef>
              <a:spcAft>
                <a:spcPts val="0"/>
              </a:spcAft>
              <a:buSzPts val="1800"/>
              <a:buChar char="•"/>
              <a:defRPr b="1" i="0">
                <a:latin typeface="Poppins"/>
                <a:ea typeface="Poppins"/>
                <a:cs typeface="Poppins"/>
                <a:sym typeface="Poppins"/>
              </a:defRPr>
            </a:lvl2pPr>
            <a:lvl3pPr marL="1828754" lvl="2" indent="-440256" algn="l">
              <a:lnSpc>
                <a:spcPct val="100000"/>
              </a:lnSpc>
              <a:spcBef>
                <a:spcPts val="667"/>
              </a:spcBef>
              <a:spcAft>
                <a:spcPts val="0"/>
              </a:spcAft>
              <a:buSzPts val="1600"/>
              <a:buChar char="•"/>
              <a:defRPr b="1" i="0">
                <a:latin typeface="Poppins"/>
                <a:ea typeface="Poppins"/>
                <a:cs typeface="Poppins"/>
                <a:sym typeface="Poppins"/>
              </a:defRPr>
            </a:lvl3pPr>
            <a:lvl4pPr marL="2438339" lvl="3" indent="-423323" algn="l">
              <a:lnSpc>
                <a:spcPct val="100000"/>
              </a:lnSpc>
              <a:spcBef>
                <a:spcPts val="667"/>
              </a:spcBef>
              <a:spcAft>
                <a:spcPts val="0"/>
              </a:spcAft>
              <a:buSzPts val="1400"/>
              <a:buChar char="•"/>
              <a:defRPr b="1" i="0">
                <a:latin typeface="Poppins"/>
                <a:ea typeface="Poppins"/>
                <a:cs typeface="Poppins"/>
                <a:sym typeface="Poppins"/>
              </a:defRPr>
            </a:lvl4pPr>
            <a:lvl5pPr marL="3047924" lvl="4" indent="-406390" algn="l">
              <a:lnSpc>
                <a:spcPct val="100000"/>
              </a:lnSpc>
              <a:spcBef>
                <a:spcPts val="667"/>
              </a:spcBef>
              <a:spcAft>
                <a:spcPts val="0"/>
              </a:spcAft>
              <a:buSzPts val="1200"/>
              <a:buChar char="•"/>
              <a:defRPr b="1" i="0">
                <a:latin typeface="Poppins"/>
                <a:ea typeface="Poppins"/>
                <a:cs typeface="Poppins"/>
                <a:sym typeface="Poppins"/>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r>
              <a:rPr lang="en-US"/>
              <a:t>Date</a:t>
            </a:r>
            <a:endParaRPr/>
          </a:p>
        </p:txBody>
      </p:sp>
      <p:sp>
        <p:nvSpPr>
          <p:cNvPr id="13" name="Oval 12">
            <a:extLst>
              <a:ext uri="{FF2B5EF4-FFF2-40B4-BE49-F238E27FC236}">
                <a16:creationId xmlns:a16="http://schemas.microsoft.com/office/drawing/2014/main" id="{36B146E1-F8BA-A1F2-E980-507E16BB269B}"/>
              </a:ext>
            </a:extLst>
          </p:cNvPr>
          <p:cNvSpPr/>
          <p:nvPr userDrawn="1"/>
        </p:nvSpPr>
        <p:spPr>
          <a:xfrm>
            <a:off x="10578230" y="369518"/>
            <a:ext cx="1114817" cy="75782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sp>
        <p:nvSpPr>
          <p:cNvPr id="15" name="Google Shape;3946;p453">
            <a:extLst>
              <a:ext uri="{FF2B5EF4-FFF2-40B4-BE49-F238E27FC236}">
                <a16:creationId xmlns:a16="http://schemas.microsoft.com/office/drawing/2014/main" id="{ED02EAD0-15C3-647C-C53A-8E2A275DEA7D}"/>
              </a:ext>
            </a:extLst>
          </p:cNvPr>
          <p:cNvSpPr/>
          <p:nvPr userDrawn="1"/>
        </p:nvSpPr>
        <p:spPr>
          <a:xfrm>
            <a:off x="3734397" y="0"/>
            <a:ext cx="7075800" cy="6858000"/>
          </a:xfrm>
          <a:prstGeom prst="rect">
            <a:avLst/>
          </a:prstGeom>
          <a:gradFill>
            <a:gsLst>
              <a:gs pos="0">
                <a:schemeClr val="dk1"/>
              </a:gs>
              <a:gs pos="25000">
                <a:schemeClr val="dk1"/>
              </a:gs>
              <a:gs pos="86000">
                <a:srgbClr val="000000">
                  <a:alpha val="0"/>
                </a:srgbClr>
              </a:gs>
              <a:gs pos="100000">
                <a:srgbClr val="000000">
                  <a:alpha val="0"/>
                </a:srgbClr>
              </a:gs>
            </a:gsLst>
            <a:lin ang="1800004"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813"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 name="Google Shape;160;p18">
            <a:extLst>
              <a:ext uri="{FF2B5EF4-FFF2-40B4-BE49-F238E27FC236}">
                <a16:creationId xmlns:a16="http://schemas.microsoft.com/office/drawing/2014/main" id="{2B709015-1187-5F19-60AE-C5A78F5A775D}"/>
              </a:ext>
            </a:extLst>
          </p:cNvPr>
          <p:cNvSpPr txBox="1">
            <a:spLocks noGrp="1"/>
          </p:cNvSpPr>
          <p:nvPr>
            <p:ph type="body" idx="1"/>
          </p:nvPr>
        </p:nvSpPr>
        <p:spPr>
          <a:xfrm>
            <a:off x="776401" y="3579777"/>
            <a:ext cx="4991835" cy="459867"/>
          </a:xfrm>
          <a:prstGeom prst="rect">
            <a:avLst/>
          </a:prstGeom>
          <a:noFill/>
          <a:ln>
            <a:noFill/>
          </a:ln>
        </p:spPr>
        <p:txBody>
          <a:bodyPr spcFirstLastPara="1" wrap="square" lIns="0" tIns="0" rIns="0" bIns="0" anchor="t" anchorCtr="0">
            <a:normAutofit/>
          </a:bodyPr>
          <a:lstStyle>
            <a:lvl1pPr marL="0" lvl="0" indent="0" algn="l">
              <a:lnSpc>
                <a:spcPct val="100000"/>
              </a:lnSpc>
              <a:spcBef>
                <a:spcPts val="1333"/>
              </a:spcBef>
              <a:spcAft>
                <a:spcPts val="0"/>
              </a:spcAft>
              <a:buSzPts val="2000"/>
              <a:buNone/>
              <a:defRPr sz="1400" b="1" i="0">
                <a:solidFill>
                  <a:schemeClr val="accent1"/>
                </a:solidFill>
                <a:latin typeface="Poppins"/>
                <a:ea typeface="Poppins"/>
                <a:cs typeface="Poppins"/>
                <a:sym typeface="Poppins"/>
              </a:defRPr>
            </a:lvl1pPr>
            <a:lvl2pPr marL="1219170" lvl="1" indent="-457189" algn="l">
              <a:lnSpc>
                <a:spcPct val="100000"/>
              </a:lnSpc>
              <a:spcBef>
                <a:spcPts val="667"/>
              </a:spcBef>
              <a:spcAft>
                <a:spcPts val="0"/>
              </a:spcAft>
              <a:buSzPts val="1800"/>
              <a:buChar char="•"/>
              <a:defRPr b="1" i="0">
                <a:latin typeface="Poppins"/>
                <a:ea typeface="Poppins"/>
                <a:cs typeface="Poppins"/>
                <a:sym typeface="Poppins"/>
              </a:defRPr>
            </a:lvl2pPr>
            <a:lvl3pPr marL="1828754" lvl="2" indent="-440256" algn="l">
              <a:lnSpc>
                <a:spcPct val="100000"/>
              </a:lnSpc>
              <a:spcBef>
                <a:spcPts val="667"/>
              </a:spcBef>
              <a:spcAft>
                <a:spcPts val="0"/>
              </a:spcAft>
              <a:buSzPts val="1600"/>
              <a:buChar char="•"/>
              <a:defRPr b="1" i="0">
                <a:latin typeface="Poppins"/>
                <a:ea typeface="Poppins"/>
                <a:cs typeface="Poppins"/>
                <a:sym typeface="Poppins"/>
              </a:defRPr>
            </a:lvl3pPr>
            <a:lvl4pPr marL="2438339" lvl="3" indent="-423323" algn="l">
              <a:lnSpc>
                <a:spcPct val="100000"/>
              </a:lnSpc>
              <a:spcBef>
                <a:spcPts val="667"/>
              </a:spcBef>
              <a:spcAft>
                <a:spcPts val="0"/>
              </a:spcAft>
              <a:buSzPts val="1400"/>
              <a:buChar char="•"/>
              <a:defRPr b="1" i="0">
                <a:latin typeface="Poppins"/>
                <a:ea typeface="Poppins"/>
                <a:cs typeface="Poppins"/>
                <a:sym typeface="Poppins"/>
              </a:defRPr>
            </a:lvl4pPr>
            <a:lvl5pPr marL="3047924" lvl="4" indent="-406390" algn="l">
              <a:lnSpc>
                <a:spcPct val="100000"/>
              </a:lnSpc>
              <a:spcBef>
                <a:spcPts val="667"/>
              </a:spcBef>
              <a:spcAft>
                <a:spcPts val="0"/>
              </a:spcAft>
              <a:buSzPts val="1200"/>
              <a:buChar char="•"/>
              <a:defRPr b="1" i="0">
                <a:latin typeface="Poppins"/>
                <a:ea typeface="Poppins"/>
                <a:cs typeface="Poppins"/>
                <a:sym typeface="Poppins"/>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pPr lvl="0"/>
            <a:r>
              <a:rPr lang="en-GB"/>
              <a:t>Click to edit Master text styles</a:t>
            </a:r>
          </a:p>
        </p:txBody>
      </p:sp>
      <p:sp>
        <p:nvSpPr>
          <p:cNvPr id="3" name="Freeform 7">
            <a:extLst>
              <a:ext uri="{FF2B5EF4-FFF2-40B4-BE49-F238E27FC236}">
                <a16:creationId xmlns:a16="http://schemas.microsoft.com/office/drawing/2014/main" id="{67572FC9-96F1-4B3F-A60B-93B33B6E3B74}"/>
              </a:ext>
            </a:extLst>
          </p:cNvPr>
          <p:cNvSpPr/>
          <p:nvPr userDrawn="1"/>
        </p:nvSpPr>
        <p:spPr>
          <a:xfrm>
            <a:off x="677348" y="295715"/>
            <a:ext cx="884132" cy="863915"/>
          </a:xfrm>
          <a:custGeom>
            <a:avLst/>
            <a:gdLst/>
            <a:ahLst/>
            <a:cxnLst/>
            <a:rect l="l" t="t" r="r" b="b"/>
            <a:pathLst>
              <a:path w="5344709" h="5344709">
                <a:moveTo>
                  <a:pt x="0" y="0"/>
                </a:moveTo>
                <a:lnTo>
                  <a:pt x="5344709" y="0"/>
                </a:lnTo>
                <a:lnTo>
                  <a:pt x="5344709" y="5344709"/>
                </a:lnTo>
                <a:lnTo>
                  <a:pt x="0" y="5344709"/>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Regular"/>
              <a:ea typeface="+mn-ea"/>
              <a:cs typeface="+mn-cs"/>
            </a:endParaRPr>
          </a:p>
        </p:txBody>
      </p:sp>
      <p:sp>
        <p:nvSpPr>
          <p:cNvPr id="5" name="Picture Placeholder 10">
            <a:extLst>
              <a:ext uri="{FF2B5EF4-FFF2-40B4-BE49-F238E27FC236}">
                <a16:creationId xmlns:a16="http://schemas.microsoft.com/office/drawing/2014/main" id="{F4FBAE4F-28EA-C4DC-30DA-0CF6FFC977F0}"/>
              </a:ext>
            </a:extLst>
          </p:cNvPr>
          <p:cNvSpPr>
            <a:spLocks noGrp="1"/>
          </p:cNvSpPr>
          <p:nvPr>
            <p:ph type="pic" sz="quarter" idx="11"/>
          </p:nvPr>
        </p:nvSpPr>
        <p:spPr>
          <a:xfrm>
            <a:off x="6096000" y="0"/>
            <a:ext cx="6096000" cy="6858000"/>
          </a:xfrm>
          <a:prstGeom prst="rect">
            <a:avLst/>
          </a:prstGeom>
        </p:spPr>
        <p:txBody>
          <a:bodyPr/>
          <a:lstStyle/>
          <a:p>
            <a:r>
              <a:rPr lang="en-GB"/>
              <a:t>Click icon to add picture</a:t>
            </a:r>
          </a:p>
        </p:txBody>
      </p:sp>
      <p:sp>
        <p:nvSpPr>
          <p:cNvPr id="4" name="Title 3">
            <a:extLst>
              <a:ext uri="{FF2B5EF4-FFF2-40B4-BE49-F238E27FC236}">
                <a16:creationId xmlns:a16="http://schemas.microsoft.com/office/drawing/2014/main" id="{159971DB-07E9-7080-06D0-6B96DB213D78}"/>
              </a:ext>
            </a:extLst>
          </p:cNvPr>
          <p:cNvSpPr>
            <a:spLocks noGrp="1"/>
          </p:cNvSpPr>
          <p:nvPr>
            <p:ph type="title"/>
          </p:nvPr>
        </p:nvSpPr>
        <p:spPr>
          <a:xfrm>
            <a:off x="776400" y="2388562"/>
            <a:ext cx="4991835" cy="360491"/>
          </a:xfrm>
        </p:spPr>
        <p:txBody>
          <a:bodyPr/>
          <a:lstStyle>
            <a:lvl1pPr>
              <a:defRPr sz="2800">
                <a:solidFill>
                  <a:schemeClr val="tx1"/>
                </a:solidFill>
              </a:defRPr>
            </a:lvl1pPr>
          </a:lstStyle>
          <a:p>
            <a:r>
              <a:rPr lang="en-GB"/>
              <a:t>Click to edit Master title style</a:t>
            </a:r>
          </a:p>
        </p:txBody>
      </p:sp>
    </p:spTree>
    <p:extLst>
      <p:ext uri="{BB962C8B-B14F-4D97-AF65-F5344CB8AC3E}">
        <p14:creationId xmlns:p14="http://schemas.microsoft.com/office/powerpoint/2010/main" val="3732455855"/>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ofi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1513F75-5008-C69F-45A1-D85AB77BB594}"/>
              </a:ext>
            </a:extLst>
          </p:cNvPr>
          <p:cNvSpPr/>
          <p:nvPr userDrawn="1"/>
        </p:nvSpPr>
        <p:spPr>
          <a:xfrm>
            <a:off x="-1" y="9625"/>
            <a:ext cx="12192001" cy="6858000"/>
          </a:xfrm>
          <a:prstGeom prst="rect">
            <a:avLst/>
          </a:prstGeom>
          <a:gradFill flip="none" rotWithShape="1">
            <a:gsLst>
              <a:gs pos="10000">
                <a:srgbClr val="000000">
                  <a:alpha val="26235"/>
                </a:srgbClr>
              </a:gs>
              <a:gs pos="46000">
                <a:srgbClr val="000000">
                  <a:alpha val="57000"/>
                </a:srgbClr>
              </a:gs>
              <a:gs pos="100000">
                <a:srgbClr val="000000"/>
              </a:gs>
            </a:gsLst>
            <a:lin ang="10800000" scaled="0"/>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Poppins-Regular"/>
              <a:ea typeface="+mn-ea"/>
              <a:cs typeface="+mn-cs"/>
            </a:endParaRPr>
          </a:p>
        </p:txBody>
      </p:sp>
      <p:sp>
        <p:nvSpPr>
          <p:cNvPr id="9" name="Google Shape;160;p18">
            <a:extLst>
              <a:ext uri="{FF2B5EF4-FFF2-40B4-BE49-F238E27FC236}">
                <a16:creationId xmlns:a16="http://schemas.microsoft.com/office/drawing/2014/main" id="{66BB1739-BD4C-F228-C608-5BA80B99FC76}"/>
              </a:ext>
            </a:extLst>
          </p:cNvPr>
          <p:cNvSpPr txBox="1">
            <a:spLocks noGrp="1"/>
          </p:cNvSpPr>
          <p:nvPr>
            <p:ph type="body" idx="10" hasCustomPrompt="1"/>
          </p:nvPr>
        </p:nvSpPr>
        <p:spPr>
          <a:xfrm>
            <a:off x="776401" y="6199339"/>
            <a:ext cx="2334456" cy="245859"/>
          </a:xfrm>
          <a:prstGeom prst="rect">
            <a:avLst/>
          </a:prstGeom>
          <a:noFill/>
          <a:ln>
            <a:noFill/>
          </a:ln>
        </p:spPr>
        <p:txBody>
          <a:bodyPr spcFirstLastPara="1" wrap="square" lIns="0" tIns="0" rIns="0" bIns="0" anchor="ctr" anchorCtr="0">
            <a:normAutofit/>
          </a:bodyPr>
          <a:lstStyle>
            <a:lvl1pPr marL="0" lvl="0" indent="0" algn="l">
              <a:lnSpc>
                <a:spcPct val="100000"/>
              </a:lnSpc>
              <a:spcBef>
                <a:spcPts val="0"/>
              </a:spcBef>
              <a:spcAft>
                <a:spcPts val="0"/>
              </a:spcAft>
              <a:buSzPts val="2000"/>
              <a:buNone/>
              <a:defRPr sz="1200" b="0" i="0">
                <a:solidFill>
                  <a:schemeClr val="tx1"/>
                </a:solidFill>
                <a:latin typeface="Poppins"/>
                <a:ea typeface="Poppins"/>
                <a:cs typeface="Poppins"/>
                <a:sym typeface="Poppins"/>
              </a:defRPr>
            </a:lvl1pPr>
            <a:lvl2pPr marL="1219170" lvl="1" indent="-457189" algn="l">
              <a:lnSpc>
                <a:spcPct val="100000"/>
              </a:lnSpc>
              <a:spcBef>
                <a:spcPts val="667"/>
              </a:spcBef>
              <a:spcAft>
                <a:spcPts val="0"/>
              </a:spcAft>
              <a:buSzPts val="1800"/>
              <a:buChar char="•"/>
              <a:defRPr b="1" i="0">
                <a:latin typeface="Poppins"/>
                <a:ea typeface="Poppins"/>
                <a:cs typeface="Poppins"/>
                <a:sym typeface="Poppins"/>
              </a:defRPr>
            </a:lvl2pPr>
            <a:lvl3pPr marL="1828754" lvl="2" indent="-440256" algn="l">
              <a:lnSpc>
                <a:spcPct val="100000"/>
              </a:lnSpc>
              <a:spcBef>
                <a:spcPts val="667"/>
              </a:spcBef>
              <a:spcAft>
                <a:spcPts val="0"/>
              </a:spcAft>
              <a:buSzPts val="1600"/>
              <a:buChar char="•"/>
              <a:defRPr b="1" i="0">
                <a:latin typeface="Poppins"/>
                <a:ea typeface="Poppins"/>
                <a:cs typeface="Poppins"/>
                <a:sym typeface="Poppins"/>
              </a:defRPr>
            </a:lvl3pPr>
            <a:lvl4pPr marL="2438339" lvl="3" indent="-423323" algn="l">
              <a:lnSpc>
                <a:spcPct val="100000"/>
              </a:lnSpc>
              <a:spcBef>
                <a:spcPts val="667"/>
              </a:spcBef>
              <a:spcAft>
                <a:spcPts val="0"/>
              </a:spcAft>
              <a:buSzPts val="1400"/>
              <a:buChar char="•"/>
              <a:defRPr b="1" i="0">
                <a:latin typeface="Poppins"/>
                <a:ea typeface="Poppins"/>
                <a:cs typeface="Poppins"/>
                <a:sym typeface="Poppins"/>
              </a:defRPr>
            </a:lvl4pPr>
            <a:lvl5pPr marL="3047924" lvl="4" indent="-406390" algn="l">
              <a:lnSpc>
                <a:spcPct val="100000"/>
              </a:lnSpc>
              <a:spcBef>
                <a:spcPts val="667"/>
              </a:spcBef>
              <a:spcAft>
                <a:spcPts val="0"/>
              </a:spcAft>
              <a:buSzPts val="1200"/>
              <a:buChar char="•"/>
              <a:defRPr b="1" i="0">
                <a:latin typeface="Poppins"/>
                <a:ea typeface="Poppins"/>
                <a:cs typeface="Poppins"/>
                <a:sym typeface="Poppins"/>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r>
              <a:rPr lang="en-US"/>
              <a:t>Date</a:t>
            </a:r>
            <a:endParaRPr/>
          </a:p>
        </p:txBody>
      </p:sp>
      <p:sp>
        <p:nvSpPr>
          <p:cNvPr id="2" name="Google Shape;160;p18">
            <a:extLst>
              <a:ext uri="{FF2B5EF4-FFF2-40B4-BE49-F238E27FC236}">
                <a16:creationId xmlns:a16="http://schemas.microsoft.com/office/drawing/2014/main" id="{2B709015-1187-5F19-60AE-C5A78F5A775D}"/>
              </a:ext>
            </a:extLst>
          </p:cNvPr>
          <p:cNvSpPr txBox="1">
            <a:spLocks noGrp="1"/>
          </p:cNvSpPr>
          <p:nvPr>
            <p:ph type="body" idx="1"/>
          </p:nvPr>
        </p:nvSpPr>
        <p:spPr>
          <a:xfrm>
            <a:off x="776401" y="3579777"/>
            <a:ext cx="4991835" cy="459867"/>
          </a:xfrm>
          <a:prstGeom prst="rect">
            <a:avLst/>
          </a:prstGeom>
          <a:noFill/>
          <a:ln>
            <a:noFill/>
          </a:ln>
        </p:spPr>
        <p:txBody>
          <a:bodyPr spcFirstLastPara="1" wrap="square" lIns="0" tIns="0" rIns="0" bIns="0" anchor="t" anchorCtr="0">
            <a:normAutofit/>
          </a:bodyPr>
          <a:lstStyle>
            <a:lvl1pPr marL="0" lvl="0" indent="0" algn="l">
              <a:lnSpc>
                <a:spcPct val="100000"/>
              </a:lnSpc>
              <a:spcBef>
                <a:spcPts val="1333"/>
              </a:spcBef>
              <a:spcAft>
                <a:spcPts val="0"/>
              </a:spcAft>
              <a:buSzPts val="2000"/>
              <a:buNone/>
              <a:defRPr sz="1400" b="1" i="0">
                <a:solidFill>
                  <a:schemeClr val="accent1"/>
                </a:solidFill>
                <a:latin typeface="Poppins"/>
                <a:ea typeface="Poppins"/>
                <a:cs typeface="Poppins"/>
                <a:sym typeface="Poppins"/>
              </a:defRPr>
            </a:lvl1pPr>
            <a:lvl2pPr marL="1219170" lvl="1" indent="-457189" algn="l">
              <a:lnSpc>
                <a:spcPct val="100000"/>
              </a:lnSpc>
              <a:spcBef>
                <a:spcPts val="667"/>
              </a:spcBef>
              <a:spcAft>
                <a:spcPts val="0"/>
              </a:spcAft>
              <a:buSzPts val="1800"/>
              <a:buChar char="•"/>
              <a:defRPr b="1" i="0">
                <a:latin typeface="Poppins"/>
                <a:ea typeface="Poppins"/>
                <a:cs typeface="Poppins"/>
                <a:sym typeface="Poppins"/>
              </a:defRPr>
            </a:lvl2pPr>
            <a:lvl3pPr marL="1828754" lvl="2" indent="-440256" algn="l">
              <a:lnSpc>
                <a:spcPct val="100000"/>
              </a:lnSpc>
              <a:spcBef>
                <a:spcPts val="667"/>
              </a:spcBef>
              <a:spcAft>
                <a:spcPts val="0"/>
              </a:spcAft>
              <a:buSzPts val="1600"/>
              <a:buChar char="•"/>
              <a:defRPr b="1" i="0">
                <a:latin typeface="Poppins"/>
                <a:ea typeface="Poppins"/>
                <a:cs typeface="Poppins"/>
                <a:sym typeface="Poppins"/>
              </a:defRPr>
            </a:lvl3pPr>
            <a:lvl4pPr marL="2438339" lvl="3" indent="-423323" algn="l">
              <a:lnSpc>
                <a:spcPct val="100000"/>
              </a:lnSpc>
              <a:spcBef>
                <a:spcPts val="667"/>
              </a:spcBef>
              <a:spcAft>
                <a:spcPts val="0"/>
              </a:spcAft>
              <a:buSzPts val="1400"/>
              <a:buChar char="•"/>
              <a:defRPr b="1" i="0">
                <a:latin typeface="Poppins"/>
                <a:ea typeface="Poppins"/>
                <a:cs typeface="Poppins"/>
                <a:sym typeface="Poppins"/>
              </a:defRPr>
            </a:lvl4pPr>
            <a:lvl5pPr marL="3047924" lvl="4" indent="-406390" algn="l">
              <a:lnSpc>
                <a:spcPct val="100000"/>
              </a:lnSpc>
              <a:spcBef>
                <a:spcPts val="667"/>
              </a:spcBef>
              <a:spcAft>
                <a:spcPts val="0"/>
              </a:spcAft>
              <a:buSzPts val="1200"/>
              <a:buChar char="•"/>
              <a:defRPr b="1" i="0">
                <a:latin typeface="Poppins"/>
                <a:ea typeface="Poppins"/>
                <a:cs typeface="Poppins"/>
                <a:sym typeface="Poppins"/>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pPr lvl="0"/>
            <a:r>
              <a:rPr lang="en-GB"/>
              <a:t>Click to edit Master text styles</a:t>
            </a:r>
          </a:p>
        </p:txBody>
      </p:sp>
      <p:sp>
        <p:nvSpPr>
          <p:cNvPr id="3" name="Freeform 7">
            <a:extLst>
              <a:ext uri="{FF2B5EF4-FFF2-40B4-BE49-F238E27FC236}">
                <a16:creationId xmlns:a16="http://schemas.microsoft.com/office/drawing/2014/main" id="{54D27719-94C3-3350-8A55-F8F10922477D}"/>
              </a:ext>
            </a:extLst>
          </p:cNvPr>
          <p:cNvSpPr/>
          <p:nvPr userDrawn="1"/>
        </p:nvSpPr>
        <p:spPr>
          <a:xfrm>
            <a:off x="677348" y="295715"/>
            <a:ext cx="884132" cy="863915"/>
          </a:xfrm>
          <a:custGeom>
            <a:avLst/>
            <a:gdLst/>
            <a:ahLst/>
            <a:cxnLst/>
            <a:rect l="l" t="t" r="r" b="b"/>
            <a:pathLst>
              <a:path w="5344709" h="5344709">
                <a:moveTo>
                  <a:pt x="0" y="0"/>
                </a:moveTo>
                <a:lnTo>
                  <a:pt x="5344709" y="0"/>
                </a:lnTo>
                <a:lnTo>
                  <a:pt x="5344709" y="5344709"/>
                </a:lnTo>
                <a:lnTo>
                  <a:pt x="0" y="5344709"/>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Regular"/>
              <a:ea typeface="+mn-ea"/>
              <a:cs typeface="+mn-cs"/>
            </a:endParaRPr>
          </a:p>
        </p:txBody>
      </p:sp>
      <p:sp>
        <p:nvSpPr>
          <p:cNvPr id="5" name="Title 3">
            <a:extLst>
              <a:ext uri="{FF2B5EF4-FFF2-40B4-BE49-F238E27FC236}">
                <a16:creationId xmlns:a16="http://schemas.microsoft.com/office/drawing/2014/main" id="{10D0E5F3-0609-4362-6271-22125F446C10}"/>
              </a:ext>
            </a:extLst>
          </p:cNvPr>
          <p:cNvSpPr>
            <a:spLocks noGrp="1"/>
          </p:cNvSpPr>
          <p:nvPr>
            <p:ph type="title"/>
          </p:nvPr>
        </p:nvSpPr>
        <p:spPr>
          <a:xfrm>
            <a:off x="776400" y="2388562"/>
            <a:ext cx="4991835" cy="360491"/>
          </a:xfrm>
        </p:spPr>
        <p:txBody>
          <a:bodyPr/>
          <a:lstStyle>
            <a:lvl1pPr>
              <a:defRPr sz="2800">
                <a:solidFill>
                  <a:schemeClr val="tx1"/>
                </a:solidFill>
              </a:defRPr>
            </a:lvl1pPr>
          </a:lstStyle>
          <a:p>
            <a:r>
              <a:rPr lang="en-GB"/>
              <a:t>Click to edit Master title style</a:t>
            </a:r>
          </a:p>
        </p:txBody>
      </p:sp>
    </p:spTree>
    <p:extLst>
      <p:ext uri="{BB962C8B-B14F-4D97-AF65-F5344CB8AC3E}">
        <p14:creationId xmlns:p14="http://schemas.microsoft.com/office/powerpoint/2010/main" val="1293994877"/>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losing with celonis">
    <p:bg>
      <p:bgRef idx="1001">
        <a:schemeClr val="bg2"/>
      </p:bgRef>
    </p:bg>
    <p:spTree>
      <p:nvGrpSpPr>
        <p:cNvPr id="1" name=""/>
        <p:cNvGrpSpPr/>
        <p:nvPr/>
      </p:nvGrpSpPr>
      <p:grpSpPr>
        <a:xfrm>
          <a:off x="0" y="0"/>
          <a:ext cx="0" cy="0"/>
          <a:chOff x="0" y="0"/>
          <a:chExt cx="0" cy="0"/>
        </a:xfrm>
      </p:grpSpPr>
      <p:pic>
        <p:nvPicPr>
          <p:cNvPr id="6" name="Google Shape;389;p61">
            <a:extLst>
              <a:ext uri="{FF2B5EF4-FFF2-40B4-BE49-F238E27FC236}">
                <a16:creationId xmlns:a16="http://schemas.microsoft.com/office/drawing/2014/main" id="{9C8C8BAD-DD6A-43B6-C3A5-26F065E71AC1}"/>
              </a:ext>
            </a:extLst>
          </p:cNvPr>
          <p:cNvPicPr preferRelativeResize="0"/>
          <p:nvPr userDrawn="1"/>
        </p:nvPicPr>
        <p:blipFill rotWithShape="1">
          <a:blip r:embed="rId2">
            <a:alphaModFix/>
          </a:blip>
          <a:srcRect/>
          <a:stretch/>
        </p:blipFill>
        <p:spPr>
          <a:xfrm>
            <a:off x="1885873" y="535731"/>
            <a:ext cx="360553" cy="383885"/>
          </a:xfrm>
          <a:prstGeom prst="rect">
            <a:avLst/>
          </a:prstGeom>
          <a:noFill/>
          <a:ln>
            <a:noFill/>
          </a:ln>
        </p:spPr>
      </p:pic>
      <p:cxnSp>
        <p:nvCxnSpPr>
          <p:cNvPr id="7" name="Straight Connector 6">
            <a:extLst>
              <a:ext uri="{FF2B5EF4-FFF2-40B4-BE49-F238E27FC236}">
                <a16:creationId xmlns:a16="http://schemas.microsoft.com/office/drawing/2014/main" id="{37392954-A776-2D2D-4A18-010E5CBE621A}"/>
              </a:ext>
            </a:extLst>
          </p:cNvPr>
          <p:cNvCxnSpPr>
            <a:cxnSpLocks/>
          </p:cNvCxnSpPr>
          <p:nvPr userDrawn="1"/>
        </p:nvCxnSpPr>
        <p:spPr>
          <a:xfrm>
            <a:off x="1697859" y="557849"/>
            <a:ext cx="0" cy="35081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3" name="Google Shape;3946;p453">
            <a:extLst>
              <a:ext uri="{FF2B5EF4-FFF2-40B4-BE49-F238E27FC236}">
                <a16:creationId xmlns:a16="http://schemas.microsoft.com/office/drawing/2014/main" id="{33D70A28-D648-C125-8F73-BA34C85A03BA}"/>
              </a:ext>
            </a:extLst>
          </p:cNvPr>
          <p:cNvSpPr/>
          <p:nvPr userDrawn="1"/>
        </p:nvSpPr>
        <p:spPr>
          <a:xfrm>
            <a:off x="2900101" y="0"/>
            <a:ext cx="7075800" cy="6858000"/>
          </a:xfrm>
          <a:prstGeom prst="rect">
            <a:avLst/>
          </a:prstGeom>
          <a:gradFill>
            <a:gsLst>
              <a:gs pos="0">
                <a:schemeClr val="dk1"/>
              </a:gs>
              <a:gs pos="25000">
                <a:schemeClr val="dk1"/>
              </a:gs>
              <a:gs pos="86000">
                <a:srgbClr val="000000">
                  <a:alpha val="0"/>
                </a:srgbClr>
              </a:gs>
              <a:gs pos="100000">
                <a:srgbClr val="000000">
                  <a:alpha val="0"/>
                </a:srgbClr>
              </a:gs>
            </a:gsLst>
            <a:lin ang="1800004"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813"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0" name="Google Shape;9709;p1079">
            <a:extLst>
              <a:ext uri="{FF2B5EF4-FFF2-40B4-BE49-F238E27FC236}">
                <a16:creationId xmlns:a16="http://schemas.microsoft.com/office/drawing/2014/main" id="{146D0C12-F30E-39F2-005C-B3A8C2F3D62D}"/>
              </a:ext>
            </a:extLst>
          </p:cNvPr>
          <p:cNvSpPr txBox="1">
            <a:spLocks/>
          </p:cNvSpPr>
          <p:nvPr userDrawn="1"/>
        </p:nvSpPr>
        <p:spPr>
          <a:xfrm>
            <a:off x="776401" y="1837944"/>
            <a:ext cx="2815800" cy="15309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Poppins ExtraBold"/>
              <a:buNone/>
              <a:defRPr sz="3000" b="0" i="0" u="none" strike="noStrike" cap="none">
                <a:solidFill>
                  <a:schemeClr val="lt1"/>
                </a:solidFill>
                <a:latin typeface="Poppins ExtraBold"/>
                <a:ea typeface="Poppins ExtraBold"/>
                <a:cs typeface="Poppins ExtraBold"/>
                <a:sym typeface="Poppins Extra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3200" b="1" kern="0">
                <a:latin typeface="Poppins"/>
                <a:ea typeface="Poppins"/>
                <a:cs typeface="Poppins"/>
                <a:sym typeface="Poppins"/>
              </a:rPr>
              <a:t>Thank you.</a:t>
            </a:r>
          </a:p>
        </p:txBody>
      </p:sp>
      <p:sp>
        <p:nvSpPr>
          <p:cNvPr id="3" name="Freeform 7">
            <a:extLst>
              <a:ext uri="{FF2B5EF4-FFF2-40B4-BE49-F238E27FC236}">
                <a16:creationId xmlns:a16="http://schemas.microsoft.com/office/drawing/2014/main" id="{95380EB0-E701-18A4-3161-7FF0535E7903}"/>
              </a:ext>
            </a:extLst>
          </p:cNvPr>
          <p:cNvSpPr/>
          <p:nvPr userDrawn="1"/>
        </p:nvSpPr>
        <p:spPr>
          <a:xfrm>
            <a:off x="677348" y="295715"/>
            <a:ext cx="884132" cy="863915"/>
          </a:xfrm>
          <a:custGeom>
            <a:avLst/>
            <a:gdLst/>
            <a:ahLst/>
            <a:cxnLst/>
            <a:rect l="l" t="t" r="r" b="b"/>
            <a:pathLst>
              <a:path w="5344709" h="5344709">
                <a:moveTo>
                  <a:pt x="0" y="0"/>
                </a:moveTo>
                <a:lnTo>
                  <a:pt x="5344709" y="0"/>
                </a:lnTo>
                <a:lnTo>
                  <a:pt x="5344709" y="5344709"/>
                </a:lnTo>
                <a:lnTo>
                  <a:pt x="0" y="5344709"/>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Regular"/>
              <a:ea typeface="+mn-ea"/>
              <a:cs typeface="+mn-cs"/>
            </a:endParaRPr>
          </a:p>
        </p:txBody>
      </p:sp>
      <p:sp>
        <p:nvSpPr>
          <p:cNvPr id="5" name="Google Shape;9710;p1079">
            <a:extLst>
              <a:ext uri="{FF2B5EF4-FFF2-40B4-BE49-F238E27FC236}">
                <a16:creationId xmlns:a16="http://schemas.microsoft.com/office/drawing/2014/main" id="{FDD7186E-E03A-ADDD-EBDC-BDEAD5F5C7AE}"/>
              </a:ext>
            </a:extLst>
          </p:cNvPr>
          <p:cNvSpPr txBox="1"/>
          <p:nvPr userDrawn="1"/>
        </p:nvSpPr>
        <p:spPr>
          <a:xfrm>
            <a:off x="776401" y="3553619"/>
            <a:ext cx="2123700" cy="553968"/>
          </a:xfrm>
          <a:prstGeom prst="rect">
            <a:avLst/>
          </a:prstGeom>
          <a:noFill/>
          <a:ln>
            <a:noFill/>
          </a:ln>
        </p:spPr>
        <p:txBody>
          <a:bodyPr spcFirstLastPara="1" wrap="square" lIns="0" tIns="91425" rIns="91425" bIns="91425" anchor="t" anchorCtr="0">
            <a:spAutoFit/>
          </a:bodyPr>
          <a:lstStyle/>
          <a:p>
            <a:pPr>
              <a:buClr>
                <a:srgbClr val="000000"/>
              </a:buClr>
              <a:buSzPts val="1100"/>
              <a:buFont typeface="Arial"/>
              <a:buNone/>
            </a:pPr>
            <a:r>
              <a:rPr lang="en-US" sz="1200" kern="0">
                <a:solidFill>
                  <a:srgbClr val="FFFFFF"/>
                </a:solidFill>
                <a:latin typeface="Poppins"/>
                <a:ea typeface="Poppins"/>
                <a:cs typeface="Poppins"/>
                <a:sym typeface="Poppins"/>
              </a:rPr>
              <a:t>Contact details</a:t>
            </a:r>
            <a:endParaRPr sz="1200" kern="0">
              <a:solidFill>
                <a:srgbClr val="FFFFFF"/>
              </a:solidFill>
              <a:latin typeface="Poppins"/>
              <a:ea typeface="Poppins"/>
              <a:cs typeface="Poppins"/>
              <a:sym typeface="Poppins"/>
            </a:endParaRPr>
          </a:p>
          <a:p>
            <a:pPr>
              <a:buClr>
                <a:srgbClr val="000000"/>
              </a:buClr>
              <a:buFont typeface="Arial"/>
              <a:buNone/>
            </a:pPr>
            <a:r>
              <a:rPr lang="en-US" sz="1200" kern="0" err="1">
                <a:solidFill>
                  <a:srgbClr val="FFFFFF"/>
                </a:solidFill>
                <a:uFill>
                  <a:noFill/>
                </a:uFill>
                <a:latin typeface="Poppins"/>
                <a:ea typeface="Poppins"/>
                <a:cs typeface="Poppins"/>
                <a:sym typeface="Poppins"/>
              </a:rPr>
              <a:t>www.ofiservices.com</a:t>
            </a:r>
            <a:endParaRPr lang="en-US" sz="1400" kern="0">
              <a:solidFill>
                <a:srgbClr val="FFFFFF"/>
              </a:solidFill>
              <a:latin typeface="Poppins"/>
              <a:ea typeface="Poppins"/>
              <a:cs typeface="Poppins"/>
              <a:sym typeface="Poppins"/>
            </a:endParaRPr>
          </a:p>
        </p:txBody>
      </p:sp>
      <p:pic>
        <p:nvPicPr>
          <p:cNvPr id="2" name="Picture 1" descr="A white circle with dots&#10;&#10;Description automatically generated">
            <a:extLst>
              <a:ext uri="{FF2B5EF4-FFF2-40B4-BE49-F238E27FC236}">
                <a16:creationId xmlns:a16="http://schemas.microsoft.com/office/drawing/2014/main" id="{9C655C4F-1E7E-71A9-D83A-305B3C8269E3}"/>
              </a:ext>
            </a:extLst>
          </p:cNvPr>
          <p:cNvPicPr>
            <a:picLocks noChangeAspect="1"/>
          </p:cNvPicPr>
          <p:nvPr userDrawn="1"/>
        </p:nvPicPr>
        <p:blipFill>
          <a:blip r:embed="rId4"/>
          <a:stretch>
            <a:fillRect/>
          </a:stretch>
        </p:blipFill>
        <p:spPr>
          <a:xfrm>
            <a:off x="6285777" y="908663"/>
            <a:ext cx="4804860" cy="4804860"/>
          </a:xfrm>
          <a:prstGeom prst="rect">
            <a:avLst/>
          </a:prstGeom>
        </p:spPr>
      </p:pic>
    </p:spTree>
    <p:extLst>
      <p:ext uri="{BB962C8B-B14F-4D97-AF65-F5344CB8AC3E}">
        <p14:creationId xmlns:p14="http://schemas.microsoft.com/office/powerpoint/2010/main" val="2567427210"/>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ofi only">
    <p:bg>
      <p:bgRef idx="1001">
        <a:schemeClr val="bg2"/>
      </p:bgRef>
    </p:bg>
    <p:spTree>
      <p:nvGrpSpPr>
        <p:cNvPr id="1" name=""/>
        <p:cNvGrpSpPr/>
        <p:nvPr/>
      </p:nvGrpSpPr>
      <p:grpSpPr>
        <a:xfrm>
          <a:off x="0" y="0"/>
          <a:ext cx="0" cy="0"/>
          <a:chOff x="0" y="0"/>
          <a:chExt cx="0" cy="0"/>
        </a:xfrm>
      </p:grpSpPr>
      <p:sp>
        <p:nvSpPr>
          <p:cNvPr id="10" name="Google Shape;9709;p1079">
            <a:extLst>
              <a:ext uri="{FF2B5EF4-FFF2-40B4-BE49-F238E27FC236}">
                <a16:creationId xmlns:a16="http://schemas.microsoft.com/office/drawing/2014/main" id="{146D0C12-F30E-39F2-005C-B3A8C2F3D62D}"/>
              </a:ext>
            </a:extLst>
          </p:cNvPr>
          <p:cNvSpPr txBox="1">
            <a:spLocks/>
          </p:cNvSpPr>
          <p:nvPr userDrawn="1"/>
        </p:nvSpPr>
        <p:spPr>
          <a:xfrm>
            <a:off x="776401" y="1837944"/>
            <a:ext cx="2815800" cy="15309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Poppins ExtraBold"/>
              <a:buNone/>
              <a:defRPr sz="3000" b="0" i="0" u="none" strike="noStrike" cap="none">
                <a:solidFill>
                  <a:schemeClr val="lt1"/>
                </a:solidFill>
                <a:latin typeface="Poppins ExtraBold"/>
                <a:ea typeface="Poppins ExtraBold"/>
                <a:cs typeface="Poppins ExtraBold"/>
                <a:sym typeface="Poppins Extra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3200" b="1" kern="0">
                <a:latin typeface="Poppins"/>
                <a:ea typeface="Poppins"/>
                <a:cs typeface="Poppins"/>
                <a:sym typeface="Poppins"/>
              </a:rPr>
              <a:t>Thank you.</a:t>
            </a:r>
          </a:p>
        </p:txBody>
      </p:sp>
      <p:sp>
        <p:nvSpPr>
          <p:cNvPr id="11" name="Google Shape;9710;p1079">
            <a:extLst>
              <a:ext uri="{FF2B5EF4-FFF2-40B4-BE49-F238E27FC236}">
                <a16:creationId xmlns:a16="http://schemas.microsoft.com/office/drawing/2014/main" id="{82574215-422F-7DD5-0C22-FF56AB0182B2}"/>
              </a:ext>
            </a:extLst>
          </p:cNvPr>
          <p:cNvSpPr txBox="1"/>
          <p:nvPr userDrawn="1"/>
        </p:nvSpPr>
        <p:spPr>
          <a:xfrm>
            <a:off x="776401" y="3553619"/>
            <a:ext cx="2123700" cy="553968"/>
          </a:xfrm>
          <a:prstGeom prst="rect">
            <a:avLst/>
          </a:prstGeom>
          <a:noFill/>
          <a:ln>
            <a:noFill/>
          </a:ln>
        </p:spPr>
        <p:txBody>
          <a:bodyPr spcFirstLastPara="1" wrap="square" lIns="0" tIns="91425" rIns="91425" bIns="91425" anchor="t" anchorCtr="0">
            <a:spAutoFit/>
          </a:bodyPr>
          <a:lstStyle/>
          <a:p>
            <a:pPr>
              <a:buClr>
                <a:srgbClr val="000000"/>
              </a:buClr>
              <a:buSzPts val="1100"/>
              <a:buFont typeface="Arial"/>
              <a:buNone/>
            </a:pPr>
            <a:r>
              <a:rPr lang="en-US" sz="1200" kern="0">
                <a:solidFill>
                  <a:srgbClr val="FFFFFF"/>
                </a:solidFill>
                <a:latin typeface="Poppins"/>
                <a:ea typeface="Poppins"/>
                <a:cs typeface="Poppins"/>
                <a:sym typeface="Poppins"/>
              </a:rPr>
              <a:t>Contact details</a:t>
            </a:r>
            <a:endParaRPr sz="1200" kern="0">
              <a:solidFill>
                <a:srgbClr val="FFFFFF"/>
              </a:solidFill>
              <a:latin typeface="Poppins"/>
              <a:ea typeface="Poppins"/>
              <a:cs typeface="Poppins"/>
              <a:sym typeface="Poppins"/>
            </a:endParaRPr>
          </a:p>
          <a:p>
            <a:pPr>
              <a:buClr>
                <a:srgbClr val="000000"/>
              </a:buClr>
              <a:buFont typeface="Arial"/>
              <a:buNone/>
            </a:pPr>
            <a:r>
              <a:rPr lang="en-US" sz="1200" kern="0" err="1">
                <a:solidFill>
                  <a:srgbClr val="FFFFFF"/>
                </a:solidFill>
                <a:uFill>
                  <a:noFill/>
                </a:uFill>
                <a:latin typeface="Poppins"/>
                <a:ea typeface="Poppins"/>
                <a:cs typeface="Poppins"/>
                <a:sym typeface="Poppins"/>
              </a:rPr>
              <a:t>www.ofiservices.com</a:t>
            </a:r>
            <a:endParaRPr lang="en-US" sz="1400" kern="0">
              <a:solidFill>
                <a:srgbClr val="FFFFFF"/>
              </a:solidFill>
              <a:latin typeface="Poppins"/>
              <a:ea typeface="Poppins"/>
              <a:cs typeface="Poppins"/>
              <a:sym typeface="Poppins"/>
            </a:endParaRPr>
          </a:p>
        </p:txBody>
      </p:sp>
      <p:sp>
        <p:nvSpPr>
          <p:cNvPr id="2" name="Freeform 7">
            <a:extLst>
              <a:ext uri="{FF2B5EF4-FFF2-40B4-BE49-F238E27FC236}">
                <a16:creationId xmlns:a16="http://schemas.microsoft.com/office/drawing/2014/main" id="{96B41F90-57A3-25D6-5F4D-D9ECE6A18247}"/>
              </a:ext>
            </a:extLst>
          </p:cNvPr>
          <p:cNvSpPr/>
          <p:nvPr userDrawn="1"/>
        </p:nvSpPr>
        <p:spPr>
          <a:xfrm>
            <a:off x="677348" y="295715"/>
            <a:ext cx="884132" cy="863915"/>
          </a:xfrm>
          <a:custGeom>
            <a:avLst/>
            <a:gdLst/>
            <a:ahLst/>
            <a:cxnLst/>
            <a:rect l="l" t="t" r="r" b="b"/>
            <a:pathLst>
              <a:path w="5344709" h="5344709">
                <a:moveTo>
                  <a:pt x="0" y="0"/>
                </a:moveTo>
                <a:lnTo>
                  <a:pt x="5344709" y="0"/>
                </a:lnTo>
                <a:lnTo>
                  <a:pt x="5344709" y="5344709"/>
                </a:lnTo>
                <a:lnTo>
                  <a:pt x="0" y="5344709"/>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Regular"/>
              <a:ea typeface="+mn-ea"/>
              <a:cs typeface="+mn-cs"/>
            </a:endParaRPr>
          </a:p>
        </p:txBody>
      </p:sp>
      <p:pic>
        <p:nvPicPr>
          <p:cNvPr id="4" name="Picture 3" descr="A white circle with dots&#10;&#10;Description automatically generated">
            <a:extLst>
              <a:ext uri="{FF2B5EF4-FFF2-40B4-BE49-F238E27FC236}">
                <a16:creationId xmlns:a16="http://schemas.microsoft.com/office/drawing/2014/main" id="{50FB7D83-F40A-78DB-9AE6-3AC125EACF48}"/>
              </a:ext>
            </a:extLst>
          </p:cNvPr>
          <p:cNvPicPr>
            <a:picLocks noChangeAspect="1"/>
          </p:cNvPicPr>
          <p:nvPr userDrawn="1"/>
        </p:nvPicPr>
        <p:blipFill>
          <a:blip r:embed="rId3"/>
          <a:stretch>
            <a:fillRect/>
          </a:stretch>
        </p:blipFill>
        <p:spPr>
          <a:xfrm>
            <a:off x="6285777" y="908663"/>
            <a:ext cx="4804860" cy="4804860"/>
          </a:xfrm>
          <a:prstGeom prst="rect">
            <a:avLst/>
          </a:prstGeom>
        </p:spPr>
      </p:pic>
    </p:spTree>
    <p:extLst>
      <p:ext uri="{BB962C8B-B14F-4D97-AF65-F5344CB8AC3E}">
        <p14:creationId xmlns:p14="http://schemas.microsoft.com/office/powerpoint/2010/main" val="4277929499"/>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Content" preserve="1">
  <p:cSld name="Blank">
    <p:spTree>
      <p:nvGrpSpPr>
        <p:cNvPr id="1" name="Shape 111"/>
        <p:cNvGrpSpPr/>
        <p:nvPr/>
      </p:nvGrpSpPr>
      <p:grpSpPr>
        <a:xfrm>
          <a:off x="0" y="0"/>
          <a:ext cx="0" cy="0"/>
          <a:chOff x="0" y="0"/>
          <a:chExt cx="0" cy="0"/>
        </a:xfrm>
      </p:grpSpPr>
      <p:sp>
        <p:nvSpPr>
          <p:cNvPr id="2" name="Rectangle 1">
            <a:extLst>
              <a:ext uri="{FF2B5EF4-FFF2-40B4-BE49-F238E27FC236}">
                <a16:creationId xmlns:a16="http://schemas.microsoft.com/office/drawing/2014/main" id="{8A593A26-4951-DF6A-BC2F-000A765D3642}"/>
              </a:ext>
            </a:extLst>
          </p:cNvPr>
          <p:cNvSpPr/>
          <p:nvPr userDrawn="1"/>
        </p:nvSpPr>
        <p:spPr>
          <a:xfrm>
            <a:off x="10308921" y="275573"/>
            <a:ext cx="1511604" cy="8956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spTree>
    <p:extLst>
      <p:ext uri="{BB962C8B-B14F-4D97-AF65-F5344CB8AC3E}">
        <p14:creationId xmlns:p14="http://schemas.microsoft.com/office/powerpoint/2010/main" val="10034530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Ofi no partner title 1">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6804218"/>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630238" y="457200"/>
            <a:ext cx="10515600" cy="410305"/>
          </a:xfrm>
        </p:spPr>
        <p:txBody>
          <a:bodyPr lIns="0" tIns="0" rIns="0" bIns="0"/>
          <a:lstStyle>
            <a:lvl1pPr>
              <a:defRPr sz="3333" b="1" i="0">
                <a:solidFill>
                  <a:srgbClr val="00519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67" b="1" i="0">
                <a:solidFill>
                  <a:srgbClr val="272424"/>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7/7/2026</a:t>
            </a:fld>
            <a:endParaRPr lang="en-US"/>
          </a:p>
        </p:txBody>
      </p:sp>
      <p:sp>
        <p:nvSpPr>
          <p:cNvPr id="6" name="Holder 6"/>
          <p:cNvSpPr>
            <a:spLocks noGrp="1"/>
          </p:cNvSpPr>
          <p:nvPr>
            <p:ph type="sldNum" sz="quarter" idx="7"/>
          </p:nvPr>
        </p:nvSpPr>
        <p:spPr/>
        <p:txBody>
          <a:bodyPr lIns="0" tIns="0" rIns="0" bIns="0"/>
          <a:lstStyle>
            <a:lvl1pPr>
              <a:defRPr sz="1333" b="1" i="0">
                <a:solidFill>
                  <a:srgbClr val="B7B8B9"/>
                </a:solidFill>
                <a:latin typeface="Arial"/>
                <a:cs typeface="Arial"/>
              </a:defRPr>
            </a:lvl1pPr>
          </a:lstStyle>
          <a:p>
            <a:pPr marL="50799"/>
            <a:fld id="{81D60167-4931-47E6-BA6A-407CBD079E47}" type="slidenum">
              <a:rPr lang="en-CO" spc="-67" smtClean="0"/>
              <a:pPr marL="50799"/>
              <a:t>‹#›</a:t>
            </a:fld>
            <a:endParaRPr lang="en-CO" spc="-67"/>
          </a:p>
        </p:txBody>
      </p:sp>
    </p:spTree>
    <p:extLst>
      <p:ext uri="{BB962C8B-B14F-4D97-AF65-F5344CB8AC3E}">
        <p14:creationId xmlns:p14="http://schemas.microsoft.com/office/powerpoint/2010/main" val="29455404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a:t>Click to Edit Title Style</a:t>
            </a:r>
          </a:p>
        </p:txBody>
      </p:sp>
    </p:spTree>
    <p:extLst>
      <p:ext uri="{BB962C8B-B14F-4D97-AF65-F5344CB8AC3E}">
        <p14:creationId xmlns:p14="http://schemas.microsoft.com/office/powerpoint/2010/main" val="210796551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17"/>
          <p:cNvSpPr txBox="1">
            <a:spLocks noGrp="1"/>
          </p:cNvSpPr>
          <p:nvPr>
            <p:ph type="title"/>
          </p:nvPr>
        </p:nvSpPr>
        <p:spPr>
          <a:xfrm>
            <a:off x="421268" y="366184"/>
            <a:ext cx="10704000" cy="360491"/>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1"/>
              </a:buClr>
              <a:buSzPts val="4400"/>
              <a:buFont typeface="Poppins ExtraBold"/>
              <a:buNone/>
              <a:defRPr sz="2000" b="1" i="0" u="none" strike="noStrike" cap="none">
                <a:solidFill>
                  <a:schemeClr val="dk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extLst>
      <p:ext uri="{BB962C8B-B14F-4D97-AF65-F5344CB8AC3E}">
        <p14:creationId xmlns:p14="http://schemas.microsoft.com/office/powerpoint/2010/main" val="747460103"/>
      </p:ext>
    </p:extLst>
  </p:cSld>
  <p:clrMap bg1="lt1" tx1="dk1" bg2="dk2" tx2="lt2" accent1="accent1" accent2="accent2" accent3="accent3" accent4="accent4" accent5="accent5" accent6="accent6" hlink="hlink" folHlink="folHlink"/>
  <p:sldLayoutIdLst>
    <p:sldLayoutId id="2147483725" r:id="rId1"/>
    <p:sldLayoutId id="2147483715" r:id="rId2"/>
    <p:sldLayoutId id="2147483986" r:id="rId3"/>
    <p:sldLayoutId id="2147483987" r:id="rId4"/>
    <p:sldLayoutId id="2147483723" r:id="rId5"/>
    <p:sldLayoutId id="2147483744" r:id="rId6"/>
    <p:sldLayoutId id="2147483740" r:id="rId7"/>
    <p:sldLayoutId id="2147483726" r:id="rId8"/>
    <p:sldLayoutId id="2147484037" r:id="rId9"/>
    <p:sldLayoutId id="2147483745" r:id="rId10"/>
    <p:sldLayoutId id="2147483982" r:id="rId11"/>
    <p:sldLayoutId id="2147484079" r:id="rId12"/>
    <p:sldLayoutId id="2147484080" r:id="rId13"/>
    <p:sldLayoutId id="2147483731" r:id="rId14"/>
    <p:sldLayoutId id="2147483742" r:id="rId15"/>
    <p:sldLayoutId id="2147483994" r:id="rId16"/>
    <p:sldLayoutId id="2147483993" r:id="rId17"/>
    <p:sldLayoutId id="2147483992" r:id="rId18"/>
    <p:sldLayoutId id="2147483732" r:id="rId19"/>
    <p:sldLayoutId id="2147484042" r:id="rId20"/>
    <p:sldLayoutId id="2147484043" r:id="rId21"/>
    <p:sldLayoutId id="2147483746" r:id="rId22"/>
    <p:sldLayoutId id="2147483748" r:id="rId23"/>
    <p:sldLayoutId id="2147483733" r:id="rId24"/>
    <p:sldLayoutId id="2147483749" r:id="rId25"/>
    <p:sldLayoutId id="2147483950" r:id="rId26"/>
    <p:sldLayoutId id="2147483750" r:id="rId27"/>
    <p:sldLayoutId id="2147483988" r:id="rId28"/>
    <p:sldLayoutId id="2147483728" r:id="rId29"/>
    <p:sldLayoutId id="2147483741" r:id="rId30"/>
    <p:sldLayoutId id="2147483798" r:id="rId31"/>
    <p:sldLayoutId id="2147484081" r:id="rId32"/>
    <p:sldLayoutId id="2147484082" r:id="rId33"/>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pos="257" userDrawn="1">
          <p15:clr>
            <a:srgbClr val="F26B43"/>
          </p15:clr>
        </p15:guide>
        <p15:guide id="4" pos="7446" userDrawn="1">
          <p15:clr>
            <a:srgbClr val="F26B43"/>
          </p15:clr>
        </p15:guide>
        <p15:guide id="5" pos="7015" userDrawn="1">
          <p15:clr>
            <a:srgbClr val="F26B43"/>
          </p15:clr>
        </p15:guide>
        <p15:guide id="6" orient="horz" pos="867" userDrawn="1">
          <p15:clr>
            <a:srgbClr val="F26B43"/>
          </p15:clr>
        </p15:guide>
        <p15:guide id="7"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32.xml"/><Relationship Id="rId6" Type="http://schemas.openxmlformats.org/officeDocument/2006/relationships/image" Target="../media/image14.png"/><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33.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1.sv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6DF1AD0-4E59-9AB2-6653-D1A9CAE98C73}"/>
              </a:ext>
            </a:extLst>
          </p:cNvPr>
          <p:cNvPicPr>
            <a:picLocks noChangeAspect="1"/>
          </p:cNvPicPr>
          <p:nvPr/>
        </p:nvPicPr>
        <p:blipFill>
          <a:blip r:embed="rId3"/>
          <a:stretch>
            <a:fillRect/>
          </a:stretch>
        </p:blipFill>
        <p:spPr>
          <a:xfrm>
            <a:off x="3451834" y="1106213"/>
            <a:ext cx="9909501" cy="4645574"/>
          </a:xfrm>
          <a:prstGeom prst="rect">
            <a:avLst/>
          </a:prstGeom>
        </p:spPr>
      </p:pic>
      <p:sp>
        <p:nvSpPr>
          <p:cNvPr id="10" name="Text Placeholder 9">
            <a:extLst>
              <a:ext uri="{FF2B5EF4-FFF2-40B4-BE49-F238E27FC236}">
                <a16:creationId xmlns:a16="http://schemas.microsoft.com/office/drawing/2014/main" id="{9D866AD6-0BD8-7CAF-CD9C-C584C368DF87}"/>
              </a:ext>
            </a:extLst>
          </p:cNvPr>
          <p:cNvSpPr>
            <a:spLocks noGrp="1"/>
          </p:cNvSpPr>
          <p:nvPr>
            <p:ph type="body" idx="10"/>
          </p:nvPr>
        </p:nvSpPr>
        <p:spPr/>
        <p:txBody>
          <a:bodyPr/>
          <a:lstStyle/>
          <a:p>
            <a:r>
              <a:rPr lang="en-GB"/>
              <a:t>2026</a:t>
            </a:r>
          </a:p>
        </p:txBody>
      </p:sp>
      <p:sp>
        <p:nvSpPr>
          <p:cNvPr id="9" name="Text Placeholder 8">
            <a:extLst>
              <a:ext uri="{FF2B5EF4-FFF2-40B4-BE49-F238E27FC236}">
                <a16:creationId xmlns:a16="http://schemas.microsoft.com/office/drawing/2014/main" id="{13C40A90-5B24-4A05-1E3C-2D215E8F5B0A}"/>
              </a:ext>
            </a:extLst>
          </p:cNvPr>
          <p:cNvSpPr>
            <a:spLocks noGrp="1"/>
          </p:cNvSpPr>
          <p:nvPr>
            <p:ph type="body" idx="1"/>
          </p:nvPr>
        </p:nvSpPr>
        <p:spPr/>
        <p:txBody>
          <a:bodyPr/>
          <a:lstStyle/>
          <a:p>
            <a:r>
              <a:rPr lang="en-GB"/>
              <a:t>User Training &amp; UAT </a:t>
            </a:r>
          </a:p>
        </p:txBody>
      </p:sp>
      <p:sp>
        <p:nvSpPr>
          <p:cNvPr id="8" name="Title 7">
            <a:extLst>
              <a:ext uri="{FF2B5EF4-FFF2-40B4-BE49-F238E27FC236}">
                <a16:creationId xmlns:a16="http://schemas.microsoft.com/office/drawing/2014/main" id="{2E4CA638-50F4-E9FE-565F-333F87EFEC22}"/>
              </a:ext>
            </a:extLst>
          </p:cNvPr>
          <p:cNvSpPr>
            <a:spLocks noGrp="1"/>
          </p:cNvSpPr>
          <p:nvPr>
            <p:ph type="title"/>
          </p:nvPr>
        </p:nvSpPr>
        <p:spPr>
          <a:xfrm>
            <a:off x="776401" y="2742491"/>
            <a:ext cx="4991835" cy="360491"/>
          </a:xfrm>
        </p:spPr>
        <p:txBody>
          <a:bodyPr/>
          <a:lstStyle/>
          <a:p>
            <a:r>
              <a:rPr lang="en-GB"/>
              <a:t>Touchless Order Capture Agent</a:t>
            </a:r>
          </a:p>
        </p:txBody>
      </p:sp>
      <p:pic>
        <p:nvPicPr>
          <p:cNvPr id="1026" name="Picture 2" descr="Envalior - SUSTAINABLE &amp; HIGH-PERFORMANCE ENGINEERING MATERIALS">
            <a:extLst>
              <a:ext uri="{FF2B5EF4-FFF2-40B4-BE49-F238E27FC236}">
                <a16:creationId xmlns:a16="http://schemas.microsoft.com/office/drawing/2014/main" id="{15FF6D60-B88E-FD19-6DEF-E9E2CAB553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4539" y="559936"/>
            <a:ext cx="1536346" cy="433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6238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 name="Table 38">
            <a:extLst>
              <a:ext uri="{FF2B5EF4-FFF2-40B4-BE49-F238E27FC236}">
                <a16:creationId xmlns:a16="http://schemas.microsoft.com/office/drawing/2014/main" id="{7BF0D833-135A-847F-DB62-B200EA55B9B0}"/>
              </a:ext>
            </a:extLst>
          </p:cNvPr>
          <p:cNvGraphicFramePr>
            <a:graphicFrameLocks noGrp="1"/>
          </p:cNvGraphicFramePr>
          <p:nvPr>
            <p:extLst>
              <p:ext uri="{D42A27DB-BD31-4B8C-83A1-F6EECF244321}">
                <p14:modId xmlns:p14="http://schemas.microsoft.com/office/powerpoint/2010/main" val="3204726355"/>
              </p:ext>
            </p:extLst>
          </p:nvPr>
        </p:nvGraphicFramePr>
        <p:xfrm>
          <a:off x="5186571" y="2238418"/>
          <a:ext cx="6083185" cy="1638082"/>
        </p:xfrm>
        <a:graphic>
          <a:graphicData uri="http://schemas.openxmlformats.org/drawingml/2006/table">
            <a:tbl>
              <a:tblPr firstRow="1" bandRow="1">
                <a:tableStyleId>{5C22544A-7EE6-4342-B048-85BDC9FD1C3A}</a:tableStyleId>
              </a:tblPr>
              <a:tblGrid>
                <a:gridCol w="697367">
                  <a:extLst>
                    <a:ext uri="{9D8B030D-6E8A-4147-A177-3AD203B41FA5}">
                      <a16:colId xmlns:a16="http://schemas.microsoft.com/office/drawing/2014/main" val="4127768665"/>
                    </a:ext>
                  </a:extLst>
                </a:gridCol>
                <a:gridCol w="5385818">
                  <a:extLst>
                    <a:ext uri="{9D8B030D-6E8A-4147-A177-3AD203B41FA5}">
                      <a16:colId xmlns:a16="http://schemas.microsoft.com/office/drawing/2014/main" val="3162544166"/>
                    </a:ext>
                  </a:extLst>
                </a:gridCol>
              </a:tblGrid>
              <a:tr h="6096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500">
                          <a:solidFill>
                            <a:srgbClr val="CCA33F"/>
                          </a:solidFill>
                          <a:latin typeface="Poppins"/>
                        </a:rPr>
                        <a:t>1</a:t>
                      </a:r>
                    </a:p>
                  </a:txBody>
                  <a:tcPr anchor="ctr">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endParaRPr lang="en-US" sz="1500" b="1" i="0" u="none" strike="noStrike" noProof="0">
                        <a:solidFill>
                          <a:srgbClr val="000000"/>
                        </a:solidFill>
                        <a:latin typeface="Poppins"/>
                        <a:cs typeface="Poppins"/>
                      </a:endParaRPr>
                    </a:p>
                    <a:p>
                      <a:pPr lvl="0" algn="l">
                        <a:lnSpc>
                          <a:spcPct val="100000"/>
                        </a:lnSpc>
                        <a:spcBef>
                          <a:spcPts val="0"/>
                        </a:spcBef>
                        <a:spcAft>
                          <a:spcPts val="0"/>
                        </a:spcAft>
                        <a:buNone/>
                      </a:pPr>
                      <a:r>
                        <a:rPr lang="en-US" sz="1500" b="1" i="0" u="none" strike="noStrike" noProof="0">
                          <a:solidFill>
                            <a:srgbClr val="000000"/>
                          </a:solidFill>
                          <a:latin typeface="Poppins"/>
                          <a:cs typeface="Poppins"/>
                        </a:rPr>
                        <a:t>UAT Introduction</a:t>
                      </a:r>
                    </a:p>
                  </a:txBody>
                  <a:tcPr anchor="b">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1133421"/>
                  </a:ext>
                </a:extLst>
              </a:tr>
              <a:tr h="51424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500" b="1">
                          <a:solidFill>
                            <a:srgbClr val="CCA33F"/>
                          </a:solidFill>
                          <a:latin typeface="Poppins"/>
                        </a:rPr>
                        <a:t>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b="1">
                          <a:solidFill>
                            <a:srgbClr val="000000"/>
                          </a:solidFill>
                          <a:latin typeface="Poppins"/>
                          <a:cs typeface="Poppins"/>
                        </a:rPr>
                        <a:t>Agent Overview</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7343917"/>
                  </a:ext>
                </a:extLst>
              </a:tr>
              <a:tr h="51424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500" b="1">
                          <a:solidFill>
                            <a:srgbClr val="CCA33F"/>
                          </a:solidFill>
                          <a:latin typeface="Poppins"/>
                        </a:rPr>
                        <a:t>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b="1">
                          <a:solidFill>
                            <a:srgbClr val="000000"/>
                          </a:solidFill>
                          <a:latin typeface="Poppins"/>
                          <a:cs typeface="Poppins"/>
                        </a:rPr>
                        <a:t>Q&amp;A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3262206"/>
                  </a:ext>
                </a:extLst>
              </a:tr>
            </a:tbl>
          </a:graphicData>
        </a:graphic>
      </p:graphicFrame>
      <p:pic>
        <p:nvPicPr>
          <p:cNvPr id="2050" name="Picture 2" descr="Envalior Engineering Materials | Distribuidor europeo | Nexeo Plastics">
            <a:extLst>
              <a:ext uri="{FF2B5EF4-FFF2-40B4-BE49-F238E27FC236}">
                <a16:creationId xmlns:a16="http://schemas.microsoft.com/office/drawing/2014/main" id="{17DE4DC3-12A4-FA21-D2A8-B50602540B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4135" y="308612"/>
            <a:ext cx="1937166" cy="785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2917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4B8E1-B0EC-0CB3-52EB-EA23F7232C58}"/>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60AE6F56-137D-E1E6-723D-D531D8CFB3CE}"/>
              </a:ext>
            </a:extLst>
          </p:cNvPr>
          <p:cNvSpPr>
            <a:spLocks noGrp="1"/>
          </p:cNvSpPr>
          <p:nvPr>
            <p:ph type="title"/>
          </p:nvPr>
        </p:nvSpPr>
        <p:spPr/>
        <p:txBody>
          <a:bodyPr/>
          <a:lstStyle/>
          <a:p>
            <a:r>
              <a:rPr lang="en-US"/>
              <a:t>1.0 UAT Introduction</a:t>
            </a:r>
            <a:endParaRPr lang="es-CO"/>
          </a:p>
        </p:txBody>
      </p:sp>
      <p:pic>
        <p:nvPicPr>
          <p:cNvPr id="2" name="Picture 2" descr="Envalior - SUSTAINABLE &amp; HIGH-PERFORMANCE ENGINEERING MATERIALS">
            <a:extLst>
              <a:ext uri="{FF2B5EF4-FFF2-40B4-BE49-F238E27FC236}">
                <a16:creationId xmlns:a16="http://schemas.microsoft.com/office/drawing/2014/main" id="{0B033BD0-60DB-8875-A8EA-D530147754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51560" y="431320"/>
            <a:ext cx="1536346" cy="433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9195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object 28">
            <a:extLst>
              <a:ext uri="{FF2B5EF4-FFF2-40B4-BE49-F238E27FC236}">
                <a16:creationId xmlns:a16="http://schemas.microsoft.com/office/drawing/2014/main" id="{A8984580-D44D-AEDE-CBE6-E6D567F21A0B}"/>
              </a:ext>
            </a:extLst>
          </p:cNvPr>
          <p:cNvSpPr/>
          <p:nvPr/>
        </p:nvSpPr>
        <p:spPr>
          <a:xfrm rot="5400000" flipV="1">
            <a:off x="3866792" y="3656454"/>
            <a:ext cx="4287995" cy="45719"/>
          </a:xfrm>
          <a:custGeom>
            <a:avLst/>
            <a:gdLst/>
            <a:ahLst/>
            <a:cxnLst/>
            <a:rect l="l" t="t" r="r" b="b"/>
            <a:pathLst>
              <a:path w="390525" h="14605">
                <a:moveTo>
                  <a:pt x="387096" y="0"/>
                </a:moveTo>
                <a:lnTo>
                  <a:pt x="3175" y="0"/>
                </a:lnTo>
                <a:lnTo>
                  <a:pt x="0" y="3175"/>
                </a:lnTo>
                <a:lnTo>
                  <a:pt x="0" y="7112"/>
                </a:lnTo>
                <a:lnTo>
                  <a:pt x="0" y="11049"/>
                </a:lnTo>
                <a:lnTo>
                  <a:pt x="3175" y="14351"/>
                </a:lnTo>
                <a:lnTo>
                  <a:pt x="387096" y="14351"/>
                </a:lnTo>
                <a:lnTo>
                  <a:pt x="390398" y="11049"/>
                </a:lnTo>
                <a:lnTo>
                  <a:pt x="390398" y="3175"/>
                </a:lnTo>
                <a:lnTo>
                  <a:pt x="387096" y="0"/>
                </a:lnTo>
                <a:close/>
              </a:path>
            </a:pathLst>
          </a:custGeom>
          <a:solidFill>
            <a:srgbClr val="C0C1D7"/>
          </a:solidFill>
        </p:spPr>
        <p:txBody>
          <a:bodyPr wrap="square" lIns="0" tIns="0" rIns="0" bIns="0" rtlCol="0"/>
          <a:lstStyle/>
          <a:p>
            <a:endParaRPr sz="2739">
              <a:latin typeface="Poppins" panose="00000500000000000000" pitchFamily="2" charset="0"/>
              <a:cs typeface="Poppins" panose="00000500000000000000" pitchFamily="2" charset="0"/>
            </a:endParaRPr>
          </a:p>
        </p:txBody>
      </p:sp>
      <p:grpSp>
        <p:nvGrpSpPr>
          <p:cNvPr id="3" name="object 3"/>
          <p:cNvGrpSpPr/>
          <p:nvPr/>
        </p:nvGrpSpPr>
        <p:grpSpPr>
          <a:xfrm>
            <a:off x="5834894" y="1822589"/>
            <a:ext cx="335280" cy="334603"/>
            <a:chOff x="4446524" y="1003680"/>
            <a:chExt cx="251460" cy="251460"/>
          </a:xfrm>
        </p:grpSpPr>
        <p:pic>
          <p:nvPicPr>
            <p:cNvPr id="5" name="object 5"/>
            <p:cNvPicPr/>
            <p:nvPr/>
          </p:nvPicPr>
          <p:blipFill>
            <a:blip r:embed="rId2" cstate="print">
              <a:duotone>
                <a:prstClr val="black"/>
                <a:schemeClr val="accent1">
                  <a:tint val="45000"/>
                  <a:satMod val="400000"/>
                </a:schemeClr>
              </a:duotone>
            </a:blip>
            <a:stretch>
              <a:fillRect/>
            </a:stretch>
          </p:blipFill>
          <p:spPr>
            <a:xfrm>
              <a:off x="4446524" y="1003680"/>
              <a:ext cx="250952" cy="250952"/>
            </a:xfrm>
            <a:prstGeom prst="rect">
              <a:avLst/>
            </a:prstGeom>
            <a:ln>
              <a:solidFill>
                <a:schemeClr val="bg1"/>
              </a:solidFill>
            </a:ln>
          </p:spPr>
        </p:pic>
        <p:sp>
          <p:nvSpPr>
            <p:cNvPr id="6" name="object 6"/>
            <p:cNvSpPr/>
            <p:nvPr/>
          </p:nvSpPr>
          <p:spPr>
            <a:xfrm>
              <a:off x="4446524" y="1003680"/>
              <a:ext cx="251460" cy="251460"/>
            </a:xfrm>
            <a:custGeom>
              <a:avLst/>
              <a:gdLst/>
              <a:ahLst/>
              <a:cxnLst/>
              <a:rect l="l" t="t" r="r" b="b"/>
              <a:pathLst>
                <a:path w="251460" h="251459">
                  <a:moveTo>
                    <a:pt x="0" y="46863"/>
                  </a:moveTo>
                  <a:lnTo>
                    <a:pt x="3679" y="28610"/>
                  </a:lnTo>
                  <a:lnTo>
                    <a:pt x="13716" y="13716"/>
                  </a:lnTo>
                  <a:lnTo>
                    <a:pt x="28610" y="3679"/>
                  </a:lnTo>
                  <a:lnTo>
                    <a:pt x="46863" y="0"/>
                  </a:lnTo>
                  <a:lnTo>
                    <a:pt x="204089" y="0"/>
                  </a:lnTo>
                  <a:lnTo>
                    <a:pt x="222341" y="3679"/>
                  </a:lnTo>
                  <a:lnTo>
                    <a:pt x="237236" y="13716"/>
                  </a:lnTo>
                  <a:lnTo>
                    <a:pt x="247272" y="28610"/>
                  </a:lnTo>
                  <a:lnTo>
                    <a:pt x="250952" y="46863"/>
                  </a:lnTo>
                  <a:lnTo>
                    <a:pt x="250952" y="204089"/>
                  </a:lnTo>
                  <a:lnTo>
                    <a:pt x="247272" y="222341"/>
                  </a:lnTo>
                  <a:lnTo>
                    <a:pt x="237236" y="237236"/>
                  </a:lnTo>
                  <a:lnTo>
                    <a:pt x="222341" y="247272"/>
                  </a:lnTo>
                  <a:lnTo>
                    <a:pt x="204089" y="250952"/>
                  </a:lnTo>
                  <a:lnTo>
                    <a:pt x="46863" y="250952"/>
                  </a:lnTo>
                  <a:lnTo>
                    <a:pt x="28610" y="247272"/>
                  </a:lnTo>
                  <a:lnTo>
                    <a:pt x="13716" y="237236"/>
                  </a:lnTo>
                  <a:lnTo>
                    <a:pt x="3679" y="222341"/>
                  </a:lnTo>
                  <a:lnTo>
                    <a:pt x="0" y="204089"/>
                  </a:lnTo>
                  <a:lnTo>
                    <a:pt x="0" y="46863"/>
                  </a:lnTo>
                  <a:close/>
                </a:path>
              </a:pathLst>
            </a:custGeom>
            <a:ln w="7620">
              <a:solidFill>
                <a:schemeClr val="bg1"/>
              </a:solidFill>
            </a:ln>
          </p:spPr>
          <p:txBody>
            <a:bodyPr wrap="square" lIns="0" tIns="0" rIns="0" bIns="0" rtlCol="0"/>
            <a:lstStyle/>
            <a:p>
              <a:endParaRPr sz="2739"/>
            </a:p>
          </p:txBody>
        </p:sp>
      </p:grpSp>
      <p:sp>
        <p:nvSpPr>
          <p:cNvPr id="7" name="object 7"/>
          <p:cNvSpPr txBox="1"/>
          <p:nvPr/>
        </p:nvSpPr>
        <p:spPr>
          <a:xfrm>
            <a:off x="5950043" y="1859271"/>
            <a:ext cx="147319" cy="263320"/>
          </a:xfrm>
          <a:prstGeom prst="rect">
            <a:avLst/>
          </a:prstGeom>
        </p:spPr>
        <p:txBody>
          <a:bodyPr vert="horz" wrap="square" lIns="0" tIns="16933" rIns="0" bIns="0" rtlCol="0">
            <a:spAutoFit/>
          </a:bodyPr>
          <a:lstStyle/>
          <a:p>
            <a:pPr marL="16933">
              <a:spcBef>
                <a:spcPts val="133"/>
              </a:spcBef>
            </a:pPr>
            <a:r>
              <a:rPr sz="1600" b="1" spc="-67">
                <a:solidFill>
                  <a:srgbClr val="272424"/>
                </a:solidFill>
                <a:latin typeface="Poppins" panose="00000500000000000000" pitchFamily="2" charset="0"/>
                <a:cs typeface="Poppins" panose="00000500000000000000" pitchFamily="2" charset="0"/>
              </a:rPr>
              <a:t>1</a:t>
            </a:r>
            <a:endParaRPr sz="1600">
              <a:latin typeface="Poppins" panose="00000500000000000000" pitchFamily="2" charset="0"/>
              <a:cs typeface="Poppins" panose="00000500000000000000" pitchFamily="2" charset="0"/>
            </a:endParaRPr>
          </a:p>
        </p:txBody>
      </p:sp>
      <p:sp>
        <p:nvSpPr>
          <p:cNvPr id="8" name="object 8"/>
          <p:cNvSpPr txBox="1"/>
          <p:nvPr/>
        </p:nvSpPr>
        <p:spPr>
          <a:xfrm>
            <a:off x="6807957" y="1597864"/>
            <a:ext cx="3496733" cy="912215"/>
          </a:xfrm>
          <a:prstGeom prst="rect">
            <a:avLst/>
          </a:prstGeom>
        </p:spPr>
        <p:txBody>
          <a:bodyPr vert="horz" wrap="square" lIns="0" tIns="110913" rIns="0" bIns="0" rtlCol="0">
            <a:spAutoFit/>
          </a:bodyPr>
          <a:lstStyle/>
          <a:p>
            <a:pPr marR="12700">
              <a:spcBef>
                <a:spcPts val="873"/>
              </a:spcBef>
            </a:pPr>
            <a:r>
              <a:rPr lang="en-US" sz="1600" b="1" spc="-13">
                <a:solidFill>
                  <a:srgbClr val="000000"/>
                </a:solidFill>
                <a:latin typeface="Poppins" panose="00000500000000000000" pitchFamily="2" charset="0"/>
                <a:cs typeface="Poppins" panose="00000500000000000000" pitchFamily="2" charset="0"/>
              </a:rPr>
              <a:t>Preparation</a:t>
            </a:r>
            <a:br>
              <a:rPr lang="en-US" sz="1600" b="1" spc="-13">
                <a:solidFill>
                  <a:srgbClr val="000000"/>
                </a:solidFill>
                <a:latin typeface="Poppins" panose="00000500000000000000" pitchFamily="2" charset="0"/>
                <a:cs typeface="Poppins" panose="00000500000000000000" pitchFamily="2" charset="0"/>
              </a:rPr>
            </a:br>
            <a:r>
              <a:rPr lang="en-US" sz="1200">
                <a:solidFill>
                  <a:srgbClr val="000000"/>
                </a:solidFill>
                <a:latin typeface="Poppins" panose="00000500000000000000" pitchFamily="2" charset="0"/>
                <a:cs typeface="Poppins" panose="00000500000000000000" pitchFamily="2" charset="0"/>
              </a:rPr>
              <a:t>Review the UAT script before execution begins, and ensure test environment and prerequisite data are prepared</a:t>
            </a:r>
          </a:p>
        </p:txBody>
      </p:sp>
      <p:grpSp>
        <p:nvGrpSpPr>
          <p:cNvPr id="15" name="object 15"/>
          <p:cNvGrpSpPr/>
          <p:nvPr/>
        </p:nvGrpSpPr>
        <p:grpSpPr>
          <a:xfrm>
            <a:off x="5334177" y="2487815"/>
            <a:ext cx="841587" cy="345439"/>
            <a:chOff x="4070477" y="2059304"/>
            <a:chExt cx="631190" cy="259079"/>
          </a:xfrm>
        </p:grpSpPr>
        <p:sp>
          <p:nvSpPr>
            <p:cNvPr id="16" name="object 16"/>
            <p:cNvSpPr/>
            <p:nvPr/>
          </p:nvSpPr>
          <p:spPr>
            <a:xfrm>
              <a:off x="4070477" y="2181478"/>
              <a:ext cx="390525" cy="14604"/>
            </a:xfrm>
            <a:custGeom>
              <a:avLst/>
              <a:gdLst/>
              <a:ahLst/>
              <a:cxnLst/>
              <a:rect l="l" t="t" r="r" b="b"/>
              <a:pathLst>
                <a:path w="390525" h="14605">
                  <a:moveTo>
                    <a:pt x="387096" y="0"/>
                  </a:moveTo>
                  <a:lnTo>
                    <a:pt x="3175" y="0"/>
                  </a:lnTo>
                  <a:lnTo>
                    <a:pt x="0" y="3175"/>
                  </a:lnTo>
                  <a:lnTo>
                    <a:pt x="0" y="7112"/>
                  </a:lnTo>
                  <a:lnTo>
                    <a:pt x="0" y="11049"/>
                  </a:lnTo>
                  <a:lnTo>
                    <a:pt x="3175" y="14224"/>
                  </a:lnTo>
                  <a:lnTo>
                    <a:pt x="387096" y="14224"/>
                  </a:lnTo>
                  <a:lnTo>
                    <a:pt x="390398" y="11049"/>
                  </a:lnTo>
                  <a:lnTo>
                    <a:pt x="390398" y="3175"/>
                  </a:lnTo>
                  <a:lnTo>
                    <a:pt x="387096" y="0"/>
                  </a:lnTo>
                  <a:close/>
                </a:path>
              </a:pathLst>
            </a:custGeom>
            <a:solidFill>
              <a:srgbClr val="C0C1D7"/>
            </a:solidFill>
          </p:spPr>
          <p:txBody>
            <a:bodyPr wrap="square" lIns="0" tIns="0" rIns="0" bIns="0" rtlCol="0"/>
            <a:lstStyle/>
            <a:p>
              <a:endParaRPr sz="2739">
                <a:latin typeface="Poppins" panose="00000500000000000000" pitchFamily="2" charset="0"/>
                <a:cs typeface="Poppins" panose="00000500000000000000" pitchFamily="2" charset="0"/>
              </a:endParaRPr>
            </a:p>
          </p:txBody>
        </p:sp>
        <p:pic>
          <p:nvPicPr>
            <p:cNvPr id="17" name="object 17"/>
            <p:cNvPicPr/>
            <p:nvPr/>
          </p:nvPicPr>
          <p:blipFill>
            <a:blip r:embed="rId3" cstate="print">
              <a:duotone>
                <a:prstClr val="black"/>
                <a:schemeClr val="accent1">
                  <a:tint val="45000"/>
                  <a:satMod val="400000"/>
                </a:schemeClr>
              </a:duotone>
            </a:blip>
            <a:stretch>
              <a:fillRect/>
            </a:stretch>
          </p:blipFill>
          <p:spPr>
            <a:xfrm>
              <a:off x="4446524" y="2063114"/>
              <a:ext cx="250952" cy="250952"/>
            </a:xfrm>
            <a:prstGeom prst="rect">
              <a:avLst/>
            </a:prstGeom>
            <a:solidFill>
              <a:schemeClr val="bg1"/>
            </a:solidFill>
            <a:ln>
              <a:solidFill>
                <a:schemeClr val="bg1"/>
              </a:solidFill>
            </a:ln>
          </p:spPr>
        </p:pic>
        <p:sp>
          <p:nvSpPr>
            <p:cNvPr id="18" name="object 18"/>
            <p:cNvSpPr/>
            <p:nvPr/>
          </p:nvSpPr>
          <p:spPr>
            <a:xfrm>
              <a:off x="4446524" y="2063114"/>
              <a:ext cx="251460" cy="251460"/>
            </a:xfrm>
            <a:custGeom>
              <a:avLst/>
              <a:gdLst/>
              <a:ahLst/>
              <a:cxnLst/>
              <a:rect l="l" t="t" r="r" b="b"/>
              <a:pathLst>
                <a:path w="251460" h="251460">
                  <a:moveTo>
                    <a:pt x="0" y="46863"/>
                  </a:moveTo>
                  <a:lnTo>
                    <a:pt x="3679" y="28610"/>
                  </a:lnTo>
                  <a:lnTo>
                    <a:pt x="13716" y="13716"/>
                  </a:lnTo>
                  <a:lnTo>
                    <a:pt x="28610" y="3679"/>
                  </a:lnTo>
                  <a:lnTo>
                    <a:pt x="46863" y="0"/>
                  </a:lnTo>
                  <a:lnTo>
                    <a:pt x="204089" y="0"/>
                  </a:lnTo>
                  <a:lnTo>
                    <a:pt x="222341" y="3679"/>
                  </a:lnTo>
                  <a:lnTo>
                    <a:pt x="237236" y="13716"/>
                  </a:lnTo>
                  <a:lnTo>
                    <a:pt x="247272" y="28610"/>
                  </a:lnTo>
                  <a:lnTo>
                    <a:pt x="250952" y="46863"/>
                  </a:lnTo>
                  <a:lnTo>
                    <a:pt x="250952" y="204089"/>
                  </a:lnTo>
                  <a:lnTo>
                    <a:pt x="247272" y="222341"/>
                  </a:lnTo>
                  <a:lnTo>
                    <a:pt x="237236" y="237236"/>
                  </a:lnTo>
                  <a:lnTo>
                    <a:pt x="222341" y="247272"/>
                  </a:lnTo>
                  <a:lnTo>
                    <a:pt x="204089" y="250952"/>
                  </a:lnTo>
                  <a:lnTo>
                    <a:pt x="46863" y="250952"/>
                  </a:lnTo>
                  <a:lnTo>
                    <a:pt x="28610" y="247272"/>
                  </a:lnTo>
                  <a:lnTo>
                    <a:pt x="13716" y="237236"/>
                  </a:lnTo>
                  <a:lnTo>
                    <a:pt x="3679" y="222341"/>
                  </a:lnTo>
                  <a:lnTo>
                    <a:pt x="0" y="204089"/>
                  </a:lnTo>
                  <a:lnTo>
                    <a:pt x="0" y="46863"/>
                  </a:lnTo>
                  <a:close/>
                </a:path>
              </a:pathLst>
            </a:custGeom>
            <a:ln w="7620">
              <a:solidFill>
                <a:srgbClr val="C0C1D7"/>
              </a:solidFill>
            </a:ln>
          </p:spPr>
          <p:txBody>
            <a:bodyPr wrap="square" lIns="0" tIns="0" rIns="0" bIns="0" rtlCol="0"/>
            <a:lstStyle/>
            <a:p>
              <a:endParaRPr sz="2739">
                <a:latin typeface="Poppins" panose="00000500000000000000" pitchFamily="2" charset="0"/>
                <a:cs typeface="Poppins" panose="00000500000000000000" pitchFamily="2" charset="0"/>
              </a:endParaRPr>
            </a:p>
          </p:txBody>
        </p:sp>
      </p:grpSp>
      <p:sp>
        <p:nvSpPr>
          <p:cNvPr id="19" name="object 19"/>
          <p:cNvSpPr txBox="1"/>
          <p:nvPr/>
        </p:nvSpPr>
        <p:spPr>
          <a:xfrm>
            <a:off x="5932261" y="2538526"/>
            <a:ext cx="147319" cy="263320"/>
          </a:xfrm>
          <a:prstGeom prst="rect">
            <a:avLst/>
          </a:prstGeom>
        </p:spPr>
        <p:txBody>
          <a:bodyPr vert="horz" wrap="square" lIns="0" tIns="16933" rIns="0" bIns="0" rtlCol="0">
            <a:spAutoFit/>
          </a:bodyPr>
          <a:lstStyle/>
          <a:p>
            <a:pPr marL="16933">
              <a:spcBef>
                <a:spcPts val="133"/>
              </a:spcBef>
            </a:pPr>
            <a:r>
              <a:rPr lang="en-US" sz="1600" b="1" spc="-67">
                <a:solidFill>
                  <a:srgbClr val="272424"/>
                </a:solidFill>
                <a:latin typeface="Poppins" panose="00000500000000000000" pitchFamily="2" charset="0"/>
                <a:cs typeface="Poppins" panose="00000500000000000000" pitchFamily="2" charset="0"/>
              </a:rPr>
              <a:t>2</a:t>
            </a:r>
            <a:endParaRPr sz="1600">
              <a:latin typeface="Poppins" panose="00000500000000000000" pitchFamily="2" charset="0"/>
              <a:cs typeface="Poppins" panose="00000500000000000000" pitchFamily="2" charset="0"/>
            </a:endParaRPr>
          </a:p>
        </p:txBody>
      </p:sp>
      <p:sp>
        <p:nvSpPr>
          <p:cNvPr id="20" name="object 20"/>
          <p:cNvSpPr txBox="1"/>
          <p:nvPr/>
        </p:nvSpPr>
        <p:spPr>
          <a:xfrm>
            <a:off x="772235" y="2336510"/>
            <a:ext cx="4437380" cy="911361"/>
          </a:xfrm>
          <a:prstGeom prst="rect">
            <a:avLst/>
          </a:prstGeom>
        </p:spPr>
        <p:txBody>
          <a:bodyPr vert="horz" wrap="square" lIns="0" tIns="110067" rIns="0" bIns="0" rtlCol="0" anchor="t">
            <a:spAutoFit/>
          </a:bodyPr>
          <a:lstStyle/>
          <a:p>
            <a:pPr algn="r"/>
            <a:r>
              <a:rPr lang="en-US" sz="1600" b="1">
                <a:latin typeface="Poppins"/>
                <a:cs typeface="Poppins"/>
              </a:rPr>
              <a:t>Test Execution</a:t>
            </a:r>
            <a:br>
              <a:rPr lang="en-US" sz="1600">
                <a:latin typeface="Poppins" panose="00000500000000000000" pitchFamily="2" charset="0"/>
                <a:cs typeface="Poppins" panose="00000500000000000000" pitchFamily="2" charset="0"/>
              </a:rPr>
            </a:br>
            <a:r>
              <a:rPr lang="en-US" sz="1200">
                <a:latin typeface="Poppins"/>
                <a:cs typeface="Poppins"/>
              </a:rPr>
              <a:t>Participants will be asked to follow the UAT Script in the established time for the UAT (2 weeks), and share  feedback or any error encountered </a:t>
            </a:r>
          </a:p>
        </p:txBody>
      </p:sp>
      <p:grpSp>
        <p:nvGrpSpPr>
          <p:cNvPr id="21" name="object 21"/>
          <p:cNvGrpSpPr/>
          <p:nvPr/>
        </p:nvGrpSpPr>
        <p:grpSpPr>
          <a:xfrm>
            <a:off x="5835571" y="3162839"/>
            <a:ext cx="836168" cy="384257"/>
            <a:chOff x="4446524" y="2565018"/>
            <a:chExt cx="627126" cy="251460"/>
          </a:xfrm>
        </p:grpSpPr>
        <p:sp>
          <p:nvSpPr>
            <p:cNvPr id="22" name="object 22"/>
            <p:cNvSpPr/>
            <p:nvPr/>
          </p:nvSpPr>
          <p:spPr>
            <a:xfrm>
              <a:off x="4683125" y="2683382"/>
              <a:ext cx="390525" cy="14604"/>
            </a:xfrm>
            <a:custGeom>
              <a:avLst/>
              <a:gdLst/>
              <a:ahLst/>
              <a:cxnLst/>
              <a:rect l="l" t="t" r="r" b="b"/>
              <a:pathLst>
                <a:path w="390525" h="14605">
                  <a:moveTo>
                    <a:pt x="387223" y="0"/>
                  </a:moveTo>
                  <a:lnTo>
                    <a:pt x="3302" y="0"/>
                  </a:lnTo>
                  <a:lnTo>
                    <a:pt x="0" y="3175"/>
                  </a:lnTo>
                  <a:lnTo>
                    <a:pt x="0" y="7112"/>
                  </a:lnTo>
                  <a:lnTo>
                    <a:pt x="0" y="11049"/>
                  </a:lnTo>
                  <a:lnTo>
                    <a:pt x="3302" y="14224"/>
                  </a:lnTo>
                  <a:lnTo>
                    <a:pt x="387223" y="14224"/>
                  </a:lnTo>
                  <a:lnTo>
                    <a:pt x="390398" y="11049"/>
                  </a:lnTo>
                  <a:lnTo>
                    <a:pt x="390398" y="3175"/>
                  </a:lnTo>
                  <a:lnTo>
                    <a:pt x="387223" y="0"/>
                  </a:lnTo>
                  <a:close/>
                </a:path>
              </a:pathLst>
            </a:custGeom>
            <a:solidFill>
              <a:srgbClr val="C0C1D7"/>
            </a:solidFill>
            <a:ln>
              <a:solidFill>
                <a:schemeClr val="bg1"/>
              </a:solidFill>
            </a:ln>
          </p:spPr>
          <p:txBody>
            <a:bodyPr wrap="square" lIns="0" tIns="0" rIns="0" bIns="0" rtlCol="0"/>
            <a:lstStyle/>
            <a:p>
              <a:endParaRPr sz="2739">
                <a:latin typeface="Poppins" panose="00000500000000000000" pitchFamily="2" charset="0"/>
                <a:cs typeface="Poppins" panose="00000500000000000000" pitchFamily="2" charset="0"/>
              </a:endParaRPr>
            </a:p>
          </p:txBody>
        </p:sp>
        <p:pic>
          <p:nvPicPr>
            <p:cNvPr id="23" name="object 23"/>
            <p:cNvPicPr/>
            <p:nvPr/>
          </p:nvPicPr>
          <p:blipFill>
            <a:blip r:embed="rId2" cstate="print">
              <a:duotone>
                <a:prstClr val="black"/>
                <a:schemeClr val="accent1">
                  <a:tint val="45000"/>
                  <a:satMod val="400000"/>
                </a:schemeClr>
              </a:duotone>
            </a:blip>
            <a:stretch>
              <a:fillRect/>
            </a:stretch>
          </p:blipFill>
          <p:spPr>
            <a:xfrm>
              <a:off x="4446524" y="2565018"/>
              <a:ext cx="250952" cy="218402"/>
            </a:xfrm>
            <a:prstGeom prst="rect">
              <a:avLst/>
            </a:prstGeom>
          </p:spPr>
        </p:pic>
        <p:sp>
          <p:nvSpPr>
            <p:cNvPr id="24" name="object 24"/>
            <p:cNvSpPr/>
            <p:nvPr/>
          </p:nvSpPr>
          <p:spPr>
            <a:xfrm>
              <a:off x="4446524" y="2565018"/>
              <a:ext cx="251460" cy="251460"/>
            </a:xfrm>
            <a:custGeom>
              <a:avLst/>
              <a:gdLst/>
              <a:ahLst/>
              <a:cxnLst/>
              <a:rect l="l" t="t" r="r" b="b"/>
              <a:pathLst>
                <a:path w="251460" h="251460">
                  <a:moveTo>
                    <a:pt x="0" y="46863"/>
                  </a:moveTo>
                  <a:lnTo>
                    <a:pt x="3679" y="28610"/>
                  </a:lnTo>
                  <a:lnTo>
                    <a:pt x="13716" y="13716"/>
                  </a:lnTo>
                  <a:lnTo>
                    <a:pt x="28610" y="3679"/>
                  </a:lnTo>
                  <a:lnTo>
                    <a:pt x="46863" y="0"/>
                  </a:lnTo>
                  <a:lnTo>
                    <a:pt x="204089" y="0"/>
                  </a:lnTo>
                  <a:lnTo>
                    <a:pt x="222341" y="3679"/>
                  </a:lnTo>
                  <a:lnTo>
                    <a:pt x="237236" y="13716"/>
                  </a:lnTo>
                  <a:lnTo>
                    <a:pt x="247272" y="28610"/>
                  </a:lnTo>
                  <a:lnTo>
                    <a:pt x="250952" y="46863"/>
                  </a:lnTo>
                  <a:lnTo>
                    <a:pt x="250952" y="204089"/>
                  </a:lnTo>
                  <a:lnTo>
                    <a:pt x="247272" y="222341"/>
                  </a:lnTo>
                  <a:lnTo>
                    <a:pt x="237236" y="237236"/>
                  </a:lnTo>
                  <a:lnTo>
                    <a:pt x="222341" y="247272"/>
                  </a:lnTo>
                  <a:lnTo>
                    <a:pt x="204089" y="250952"/>
                  </a:lnTo>
                  <a:lnTo>
                    <a:pt x="46863" y="250952"/>
                  </a:lnTo>
                  <a:lnTo>
                    <a:pt x="28610" y="247272"/>
                  </a:lnTo>
                  <a:lnTo>
                    <a:pt x="13716" y="237236"/>
                  </a:lnTo>
                  <a:lnTo>
                    <a:pt x="3679" y="222341"/>
                  </a:lnTo>
                  <a:lnTo>
                    <a:pt x="0" y="204089"/>
                  </a:lnTo>
                  <a:lnTo>
                    <a:pt x="0" y="46863"/>
                  </a:lnTo>
                  <a:close/>
                </a:path>
              </a:pathLst>
            </a:custGeom>
            <a:ln w="7620">
              <a:solidFill>
                <a:schemeClr val="bg1"/>
              </a:solidFill>
            </a:ln>
          </p:spPr>
          <p:txBody>
            <a:bodyPr wrap="square" lIns="0" tIns="0" rIns="0" bIns="0" rtlCol="0"/>
            <a:lstStyle/>
            <a:p>
              <a:endParaRPr sz="2739">
                <a:latin typeface="Poppins" panose="00000500000000000000" pitchFamily="2" charset="0"/>
                <a:cs typeface="Poppins" panose="00000500000000000000" pitchFamily="2" charset="0"/>
              </a:endParaRPr>
            </a:p>
          </p:txBody>
        </p:sp>
      </p:grpSp>
      <p:sp>
        <p:nvSpPr>
          <p:cNvPr id="25" name="object 25"/>
          <p:cNvSpPr txBox="1"/>
          <p:nvPr/>
        </p:nvSpPr>
        <p:spPr>
          <a:xfrm>
            <a:off x="5925659" y="3207732"/>
            <a:ext cx="147319" cy="263320"/>
          </a:xfrm>
          <a:prstGeom prst="rect">
            <a:avLst/>
          </a:prstGeom>
        </p:spPr>
        <p:txBody>
          <a:bodyPr vert="horz" wrap="square" lIns="0" tIns="16933" rIns="0" bIns="0" rtlCol="0">
            <a:spAutoFit/>
          </a:bodyPr>
          <a:lstStyle/>
          <a:p>
            <a:pPr marL="16933">
              <a:spcBef>
                <a:spcPts val="133"/>
              </a:spcBef>
            </a:pPr>
            <a:r>
              <a:rPr lang="en-US" sz="1600" b="1" spc="-67">
                <a:solidFill>
                  <a:srgbClr val="272424"/>
                </a:solidFill>
                <a:latin typeface="Poppins" panose="00000500000000000000" pitchFamily="2" charset="0"/>
                <a:cs typeface="Poppins" panose="00000500000000000000" pitchFamily="2" charset="0"/>
              </a:rPr>
              <a:t>3</a:t>
            </a:r>
            <a:endParaRPr sz="1600">
              <a:latin typeface="Poppins" panose="00000500000000000000" pitchFamily="2" charset="0"/>
              <a:cs typeface="Poppins" panose="00000500000000000000" pitchFamily="2" charset="0"/>
            </a:endParaRPr>
          </a:p>
        </p:txBody>
      </p:sp>
      <p:sp>
        <p:nvSpPr>
          <p:cNvPr id="26" name="object 26"/>
          <p:cNvSpPr txBox="1"/>
          <p:nvPr/>
        </p:nvSpPr>
        <p:spPr>
          <a:xfrm>
            <a:off x="6804838" y="3004795"/>
            <a:ext cx="3688080" cy="1248205"/>
          </a:xfrm>
          <a:prstGeom prst="rect">
            <a:avLst/>
          </a:prstGeom>
        </p:spPr>
        <p:txBody>
          <a:bodyPr vert="horz" wrap="square" lIns="0" tIns="110913" rIns="0" bIns="0" rtlCol="0" anchor="t">
            <a:spAutoFit/>
          </a:bodyPr>
          <a:lstStyle/>
          <a:p>
            <a:r>
              <a:rPr lang="en-US" sz="1600" b="1" spc="-13">
                <a:solidFill>
                  <a:srgbClr val="272424"/>
                </a:solidFill>
                <a:latin typeface="Poppins"/>
                <a:cs typeface="Poppins"/>
              </a:rPr>
              <a:t>Defect/Opportunities Identification</a:t>
            </a:r>
            <a:br>
              <a:rPr lang="en-US" sz="1200" spc="-13">
                <a:latin typeface="Poppins" panose="00000500000000000000" pitchFamily="2" charset="0"/>
                <a:cs typeface="Poppins" panose="00000500000000000000" pitchFamily="2" charset="0"/>
              </a:rPr>
            </a:br>
            <a:r>
              <a:rPr lang="en-US" sz="1200">
                <a:latin typeface="Poppins"/>
                <a:cs typeface="Poppins"/>
              </a:rPr>
              <a:t>Fill out the Excel Sheet with the issues/improvements and add details comments on the issue log</a:t>
            </a:r>
            <a:endParaRPr lang="en-US" sz="1200">
              <a:latin typeface="Poppins" panose="00000500000000000000" pitchFamily="2" charset="0"/>
              <a:cs typeface="Poppins" panose="00000500000000000000" pitchFamily="2" charset="0"/>
            </a:endParaRPr>
          </a:p>
          <a:p>
            <a:pPr marL="16933">
              <a:spcBef>
                <a:spcPts val="740"/>
              </a:spcBef>
            </a:pPr>
            <a:endParaRPr sz="1600">
              <a:latin typeface="Poppins" panose="00000500000000000000" pitchFamily="2" charset="0"/>
              <a:cs typeface="Poppins" panose="00000500000000000000" pitchFamily="2" charset="0"/>
            </a:endParaRPr>
          </a:p>
        </p:txBody>
      </p:sp>
      <p:grpSp>
        <p:nvGrpSpPr>
          <p:cNvPr id="27" name="object 27"/>
          <p:cNvGrpSpPr/>
          <p:nvPr/>
        </p:nvGrpSpPr>
        <p:grpSpPr>
          <a:xfrm>
            <a:off x="5343703" y="3826227"/>
            <a:ext cx="841587" cy="345439"/>
            <a:chOff x="4070477" y="3063113"/>
            <a:chExt cx="631190" cy="259079"/>
          </a:xfrm>
        </p:grpSpPr>
        <p:sp>
          <p:nvSpPr>
            <p:cNvPr id="28" name="object 28"/>
            <p:cNvSpPr/>
            <p:nvPr/>
          </p:nvSpPr>
          <p:spPr>
            <a:xfrm>
              <a:off x="4070477" y="3185287"/>
              <a:ext cx="390525" cy="14604"/>
            </a:xfrm>
            <a:custGeom>
              <a:avLst/>
              <a:gdLst/>
              <a:ahLst/>
              <a:cxnLst/>
              <a:rect l="l" t="t" r="r" b="b"/>
              <a:pathLst>
                <a:path w="390525" h="14605">
                  <a:moveTo>
                    <a:pt x="387096" y="0"/>
                  </a:moveTo>
                  <a:lnTo>
                    <a:pt x="3175" y="0"/>
                  </a:lnTo>
                  <a:lnTo>
                    <a:pt x="0" y="3175"/>
                  </a:lnTo>
                  <a:lnTo>
                    <a:pt x="0" y="7112"/>
                  </a:lnTo>
                  <a:lnTo>
                    <a:pt x="0" y="11049"/>
                  </a:lnTo>
                  <a:lnTo>
                    <a:pt x="3175" y="14351"/>
                  </a:lnTo>
                  <a:lnTo>
                    <a:pt x="387096" y="14351"/>
                  </a:lnTo>
                  <a:lnTo>
                    <a:pt x="390398" y="11049"/>
                  </a:lnTo>
                  <a:lnTo>
                    <a:pt x="390398" y="3175"/>
                  </a:lnTo>
                  <a:lnTo>
                    <a:pt x="387096" y="0"/>
                  </a:lnTo>
                  <a:close/>
                </a:path>
              </a:pathLst>
            </a:custGeom>
            <a:solidFill>
              <a:srgbClr val="C0C1D7"/>
            </a:solidFill>
          </p:spPr>
          <p:txBody>
            <a:bodyPr wrap="square" lIns="0" tIns="0" rIns="0" bIns="0" rtlCol="0"/>
            <a:lstStyle/>
            <a:p>
              <a:endParaRPr sz="2739">
                <a:latin typeface="Poppins" panose="00000500000000000000" pitchFamily="2" charset="0"/>
                <a:cs typeface="Poppins" panose="00000500000000000000" pitchFamily="2" charset="0"/>
              </a:endParaRPr>
            </a:p>
          </p:txBody>
        </p:sp>
        <p:pic>
          <p:nvPicPr>
            <p:cNvPr id="29" name="object 29"/>
            <p:cNvPicPr/>
            <p:nvPr/>
          </p:nvPicPr>
          <p:blipFill>
            <a:blip r:embed="rId4" cstate="print">
              <a:duotone>
                <a:prstClr val="black"/>
                <a:schemeClr val="accent1">
                  <a:tint val="45000"/>
                  <a:satMod val="400000"/>
                </a:schemeClr>
              </a:duotone>
            </a:blip>
            <a:stretch>
              <a:fillRect/>
            </a:stretch>
          </p:blipFill>
          <p:spPr>
            <a:xfrm>
              <a:off x="4446524" y="3066923"/>
              <a:ext cx="250952" cy="250952"/>
            </a:xfrm>
            <a:prstGeom prst="rect">
              <a:avLst/>
            </a:prstGeom>
          </p:spPr>
        </p:pic>
        <p:sp>
          <p:nvSpPr>
            <p:cNvPr id="30" name="object 30"/>
            <p:cNvSpPr/>
            <p:nvPr/>
          </p:nvSpPr>
          <p:spPr>
            <a:xfrm>
              <a:off x="4446524" y="3066923"/>
              <a:ext cx="251460" cy="251460"/>
            </a:xfrm>
            <a:custGeom>
              <a:avLst/>
              <a:gdLst/>
              <a:ahLst/>
              <a:cxnLst/>
              <a:rect l="l" t="t" r="r" b="b"/>
              <a:pathLst>
                <a:path w="251460" h="251460">
                  <a:moveTo>
                    <a:pt x="0" y="46863"/>
                  </a:moveTo>
                  <a:lnTo>
                    <a:pt x="3679" y="28664"/>
                  </a:lnTo>
                  <a:lnTo>
                    <a:pt x="13716" y="13763"/>
                  </a:lnTo>
                  <a:lnTo>
                    <a:pt x="28610" y="3696"/>
                  </a:lnTo>
                  <a:lnTo>
                    <a:pt x="46863" y="0"/>
                  </a:lnTo>
                  <a:lnTo>
                    <a:pt x="204089" y="0"/>
                  </a:lnTo>
                  <a:lnTo>
                    <a:pt x="222341" y="3696"/>
                  </a:lnTo>
                  <a:lnTo>
                    <a:pt x="237236" y="13763"/>
                  </a:lnTo>
                  <a:lnTo>
                    <a:pt x="247272" y="28664"/>
                  </a:lnTo>
                  <a:lnTo>
                    <a:pt x="250952" y="46863"/>
                  </a:lnTo>
                  <a:lnTo>
                    <a:pt x="250952" y="204089"/>
                  </a:lnTo>
                  <a:lnTo>
                    <a:pt x="247272" y="222341"/>
                  </a:lnTo>
                  <a:lnTo>
                    <a:pt x="237236" y="237236"/>
                  </a:lnTo>
                  <a:lnTo>
                    <a:pt x="222341" y="247272"/>
                  </a:lnTo>
                  <a:lnTo>
                    <a:pt x="204089" y="250952"/>
                  </a:lnTo>
                  <a:lnTo>
                    <a:pt x="46863" y="250952"/>
                  </a:lnTo>
                  <a:lnTo>
                    <a:pt x="28610" y="247272"/>
                  </a:lnTo>
                  <a:lnTo>
                    <a:pt x="13716" y="237236"/>
                  </a:lnTo>
                  <a:lnTo>
                    <a:pt x="3679" y="222341"/>
                  </a:lnTo>
                  <a:lnTo>
                    <a:pt x="0" y="204089"/>
                  </a:lnTo>
                  <a:lnTo>
                    <a:pt x="0" y="46863"/>
                  </a:lnTo>
                  <a:close/>
                </a:path>
              </a:pathLst>
            </a:custGeom>
            <a:ln w="7620">
              <a:solidFill>
                <a:srgbClr val="C0C1D7"/>
              </a:solidFill>
            </a:ln>
          </p:spPr>
          <p:txBody>
            <a:bodyPr wrap="square" lIns="0" tIns="0" rIns="0" bIns="0" rtlCol="0"/>
            <a:lstStyle/>
            <a:p>
              <a:endParaRPr sz="2739">
                <a:latin typeface="Poppins" panose="00000500000000000000" pitchFamily="2" charset="0"/>
                <a:cs typeface="Poppins" panose="00000500000000000000" pitchFamily="2" charset="0"/>
              </a:endParaRPr>
            </a:p>
          </p:txBody>
        </p:sp>
      </p:grpSp>
      <p:sp>
        <p:nvSpPr>
          <p:cNvPr id="31" name="object 31"/>
          <p:cNvSpPr txBox="1"/>
          <p:nvPr/>
        </p:nvSpPr>
        <p:spPr>
          <a:xfrm>
            <a:off x="5907600" y="3876938"/>
            <a:ext cx="147319" cy="263320"/>
          </a:xfrm>
          <a:prstGeom prst="rect">
            <a:avLst/>
          </a:prstGeom>
        </p:spPr>
        <p:txBody>
          <a:bodyPr vert="horz" wrap="square" lIns="0" tIns="16933" rIns="0" bIns="0" rtlCol="0">
            <a:spAutoFit/>
          </a:bodyPr>
          <a:lstStyle/>
          <a:p>
            <a:pPr marL="16933">
              <a:spcBef>
                <a:spcPts val="133"/>
              </a:spcBef>
            </a:pPr>
            <a:r>
              <a:rPr lang="en-US" sz="1600" b="1" spc="-67">
                <a:solidFill>
                  <a:srgbClr val="272424"/>
                </a:solidFill>
                <a:latin typeface="Poppins" panose="00000500000000000000" pitchFamily="2" charset="0"/>
                <a:cs typeface="Poppins" panose="00000500000000000000" pitchFamily="2" charset="0"/>
              </a:rPr>
              <a:t>4</a:t>
            </a:r>
            <a:endParaRPr sz="1600">
              <a:latin typeface="Poppins" panose="00000500000000000000" pitchFamily="2" charset="0"/>
              <a:cs typeface="Poppins" panose="00000500000000000000" pitchFamily="2" charset="0"/>
            </a:endParaRPr>
          </a:p>
        </p:txBody>
      </p:sp>
      <p:sp>
        <p:nvSpPr>
          <p:cNvPr id="32" name="object 32"/>
          <p:cNvSpPr txBox="1"/>
          <p:nvPr/>
        </p:nvSpPr>
        <p:spPr>
          <a:xfrm>
            <a:off x="823035" y="3674342"/>
            <a:ext cx="4386580" cy="842965"/>
          </a:xfrm>
          <a:prstGeom prst="rect">
            <a:avLst/>
          </a:prstGeom>
        </p:spPr>
        <p:txBody>
          <a:bodyPr vert="horz" wrap="square" lIns="0" tIns="110913" rIns="0" bIns="0" rtlCol="0" anchor="t">
            <a:spAutoFit/>
          </a:bodyPr>
          <a:lstStyle/>
          <a:p>
            <a:pPr marR="6350" algn="r">
              <a:spcBef>
                <a:spcPts val="873"/>
              </a:spcBef>
            </a:pPr>
            <a:r>
              <a:rPr lang="en-US" sz="1600" b="1" spc="-53">
                <a:solidFill>
                  <a:srgbClr val="272424"/>
                </a:solidFill>
                <a:latin typeface="Poppins" panose="00000500000000000000" pitchFamily="2" charset="0"/>
                <a:cs typeface="Poppins" panose="00000500000000000000" pitchFamily="2" charset="0"/>
              </a:rPr>
              <a:t>UAT Feedback</a:t>
            </a:r>
            <a:endParaRPr lang="en-US" sz="1600" b="1" spc="-13">
              <a:solidFill>
                <a:srgbClr val="272424"/>
              </a:solidFill>
              <a:latin typeface="Poppins" panose="00000500000000000000" pitchFamily="2" charset="0"/>
              <a:cs typeface="Poppins" panose="00000500000000000000" pitchFamily="2" charset="0"/>
            </a:endParaRPr>
          </a:p>
          <a:p>
            <a:pPr marR="6350" algn="r">
              <a:spcBef>
                <a:spcPts val="873"/>
              </a:spcBef>
            </a:pPr>
            <a:r>
              <a:rPr lang="en-US" sz="1200">
                <a:latin typeface="Poppins"/>
                <a:cs typeface="Poppins"/>
              </a:rPr>
              <a:t>Share findings in checkpoints with the technical team twice per week.</a:t>
            </a:r>
            <a:endParaRPr sz="1200">
              <a:highlight>
                <a:srgbClr val="FFFF00"/>
              </a:highlight>
              <a:latin typeface="Poppins" pitchFamily="2" charset="77"/>
              <a:cs typeface="Poppins" pitchFamily="2" charset="77"/>
            </a:endParaRPr>
          </a:p>
        </p:txBody>
      </p:sp>
      <p:grpSp>
        <p:nvGrpSpPr>
          <p:cNvPr id="33" name="object 33"/>
          <p:cNvGrpSpPr/>
          <p:nvPr/>
        </p:nvGrpSpPr>
        <p:grpSpPr>
          <a:xfrm>
            <a:off x="5849860" y="4500682"/>
            <a:ext cx="335280" cy="334433"/>
            <a:chOff x="4446524" y="3568954"/>
            <a:chExt cx="251460" cy="250825"/>
          </a:xfrm>
        </p:grpSpPr>
        <p:pic>
          <p:nvPicPr>
            <p:cNvPr id="35" name="object 35"/>
            <p:cNvPicPr/>
            <p:nvPr/>
          </p:nvPicPr>
          <p:blipFill>
            <a:blip r:embed="rId5" cstate="print">
              <a:duotone>
                <a:prstClr val="black"/>
                <a:schemeClr val="accent1">
                  <a:tint val="45000"/>
                  <a:satMod val="400000"/>
                </a:schemeClr>
              </a:duotone>
            </a:blip>
            <a:stretch>
              <a:fillRect/>
            </a:stretch>
          </p:blipFill>
          <p:spPr>
            <a:xfrm>
              <a:off x="4446524" y="3568954"/>
              <a:ext cx="250952" cy="250825"/>
            </a:xfrm>
            <a:prstGeom prst="rect">
              <a:avLst/>
            </a:prstGeom>
            <a:solidFill>
              <a:schemeClr val="accent6"/>
            </a:solidFill>
          </p:spPr>
        </p:pic>
        <p:sp>
          <p:nvSpPr>
            <p:cNvPr id="36" name="object 36"/>
            <p:cNvSpPr/>
            <p:nvPr/>
          </p:nvSpPr>
          <p:spPr>
            <a:xfrm>
              <a:off x="4446524" y="3568954"/>
              <a:ext cx="251460" cy="250825"/>
            </a:xfrm>
            <a:custGeom>
              <a:avLst/>
              <a:gdLst/>
              <a:ahLst/>
              <a:cxnLst/>
              <a:rect l="l" t="t" r="r" b="b"/>
              <a:pathLst>
                <a:path w="251460" h="250825">
                  <a:moveTo>
                    <a:pt x="0" y="46736"/>
                  </a:moveTo>
                  <a:lnTo>
                    <a:pt x="3679" y="28557"/>
                  </a:lnTo>
                  <a:lnTo>
                    <a:pt x="13716" y="13700"/>
                  </a:lnTo>
                  <a:lnTo>
                    <a:pt x="28610" y="3677"/>
                  </a:lnTo>
                  <a:lnTo>
                    <a:pt x="46863" y="0"/>
                  </a:lnTo>
                  <a:lnTo>
                    <a:pt x="204089" y="0"/>
                  </a:lnTo>
                  <a:lnTo>
                    <a:pt x="222341" y="3677"/>
                  </a:lnTo>
                  <a:lnTo>
                    <a:pt x="237236" y="13700"/>
                  </a:lnTo>
                  <a:lnTo>
                    <a:pt x="247272" y="28557"/>
                  </a:lnTo>
                  <a:lnTo>
                    <a:pt x="250952" y="46736"/>
                  </a:lnTo>
                  <a:lnTo>
                    <a:pt x="250952" y="203962"/>
                  </a:lnTo>
                  <a:lnTo>
                    <a:pt x="247272" y="222214"/>
                  </a:lnTo>
                  <a:lnTo>
                    <a:pt x="237236" y="237109"/>
                  </a:lnTo>
                  <a:lnTo>
                    <a:pt x="222341" y="247145"/>
                  </a:lnTo>
                  <a:lnTo>
                    <a:pt x="204089" y="250825"/>
                  </a:lnTo>
                  <a:lnTo>
                    <a:pt x="46863" y="250825"/>
                  </a:lnTo>
                  <a:lnTo>
                    <a:pt x="28610" y="247145"/>
                  </a:lnTo>
                  <a:lnTo>
                    <a:pt x="13716" y="237109"/>
                  </a:lnTo>
                  <a:lnTo>
                    <a:pt x="3679" y="222214"/>
                  </a:lnTo>
                  <a:lnTo>
                    <a:pt x="0" y="203962"/>
                  </a:lnTo>
                  <a:lnTo>
                    <a:pt x="0" y="46736"/>
                  </a:lnTo>
                  <a:close/>
                </a:path>
              </a:pathLst>
            </a:custGeom>
            <a:solidFill>
              <a:schemeClr val="accent6"/>
            </a:solidFill>
            <a:ln w="7620">
              <a:solidFill>
                <a:srgbClr val="C0C1D7"/>
              </a:solidFill>
            </a:ln>
          </p:spPr>
          <p:txBody>
            <a:bodyPr wrap="square" lIns="0" tIns="0" rIns="0" bIns="0" rtlCol="0"/>
            <a:lstStyle/>
            <a:p>
              <a:endParaRPr sz="2739">
                <a:latin typeface="Poppins" panose="00000500000000000000" pitchFamily="2" charset="0"/>
                <a:cs typeface="Poppins" panose="00000500000000000000" pitchFamily="2" charset="0"/>
              </a:endParaRPr>
            </a:p>
          </p:txBody>
        </p:sp>
      </p:grpSp>
      <p:sp>
        <p:nvSpPr>
          <p:cNvPr id="37" name="object 37"/>
          <p:cNvSpPr txBox="1"/>
          <p:nvPr/>
        </p:nvSpPr>
        <p:spPr>
          <a:xfrm>
            <a:off x="5939036" y="4526671"/>
            <a:ext cx="147319" cy="263320"/>
          </a:xfrm>
          <a:prstGeom prst="rect">
            <a:avLst/>
          </a:prstGeom>
        </p:spPr>
        <p:txBody>
          <a:bodyPr vert="horz" wrap="square" lIns="0" tIns="16933" rIns="0" bIns="0" rtlCol="0">
            <a:spAutoFit/>
          </a:bodyPr>
          <a:lstStyle/>
          <a:p>
            <a:pPr marL="16933">
              <a:spcBef>
                <a:spcPts val="133"/>
              </a:spcBef>
            </a:pPr>
            <a:r>
              <a:rPr lang="en-US" sz="1600" b="1" spc="-67">
                <a:solidFill>
                  <a:srgbClr val="272424"/>
                </a:solidFill>
                <a:latin typeface="Poppins" panose="00000500000000000000" pitchFamily="2" charset="0"/>
                <a:cs typeface="Poppins" panose="00000500000000000000" pitchFamily="2" charset="0"/>
              </a:rPr>
              <a:t>5</a:t>
            </a:r>
            <a:endParaRPr sz="1600">
              <a:latin typeface="Poppins" panose="00000500000000000000" pitchFamily="2" charset="0"/>
              <a:cs typeface="Poppins" panose="00000500000000000000" pitchFamily="2" charset="0"/>
            </a:endParaRPr>
          </a:p>
        </p:txBody>
      </p:sp>
      <p:sp>
        <p:nvSpPr>
          <p:cNvPr id="38" name="object 38"/>
          <p:cNvSpPr txBox="1"/>
          <p:nvPr/>
        </p:nvSpPr>
        <p:spPr>
          <a:xfrm>
            <a:off x="6804838" y="4344359"/>
            <a:ext cx="3130973" cy="1001983"/>
          </a:xfrm>
          <a:prstGeom prst="rect">
            <a:avLst/>
          </a:prstGeom>
        </p:spPr>
        <p:txBody>
          <a:bodyPr vert="horz" wrap="square" lIns="0" tIns="110913" rIns="0" bIns="0" rtlCol="0" anchor="t">
            <a:spAutoFit/>
          </a:bodyPr>
          <a:lstStyle/>
          <a:p>
            <a:pPr marL="16510">
              <a:spcBef>
                <a:spcPts val="873"/>
              </a:spcBef>
            </a:pPr>
            <a:r>
              <a:rPr sz="1600" b="1" spc="-53" err="1">
                <a:solidFill>
                  <a:srgbClr val="272424"/>
                </a:solidFill>
                <a:latin typeface="Poppins"/>
                <a:cs typeface="Poppins"/>
              </a:rPr>
              <a:t>Defect</a:t>
            </a:r>
            <a:r>
              <a:rPr lang="en-US" sz="1600" b="1" spc="-40">
                <a:solidFill>
                  <a:srgbClr val="272424"/>
                </a:solidFill>
                <a:latin typeface="Poppins"/>
                <a:cs typeface="Poppins"/>
              </a:rPr>
              <a:t> </a:t>
            </a:r>
            <a:r>
              <a:rPr sz="1600" b="1" spc="-13" err="1">
                <a:solidFill>
                  <a:srgbClr val="272424"/>
                </a:solidFill>
                <a:latin typeface="Poppins"/>
                <a:cs typeface="Poppins"/>
              </a:rPr>
              <a:t>Resolution</a:t>
            </a:r>
            <a:endParaRPr lang="es-ES" sz="1600" err="1">
              <a:latin typeface="Poppins"/>
              <a:cs typeface="Poppins"/>
            </a:endParaRPr>
          </a:p>
          <a:p>
            <a:pPr marL="16510">
              <a:spcBef>
                <a:spcPts val="733"/>
              </a:spcBef>
            </a:pPr>
            <a:r>
              <a:rPr lang="en-US" sz="1200" err="1">
                <a:latin typeface="Poppins"/>
                <a:cs typeface="Poppins"/>
              </a:rPr>
              <a:t>FIx</a:t>
            </a:r>
            <a:r>
              <a:rPr lang="en-US" sz="1200">
                <a:latin typeface="Poppins"/>
                <a:cs typeface="Poppins"/>
              </a:rPr>
              <a:t> and </a:t>
            </a:r>
            <a:r>
              <a:rPr lang="en-US" sz="1200" err="1">
                <a:latin typeface="Poppins"/>
                <a:cs typeface="Poppins"/>
              </a:rPr>
              <a:t>imporve</a:t>
            </a:r>
            <a:r>
              <a:rPr lang="en-US" sz="1200">
                <a:latin typeface="Poppins"/>
                <a:cs typeface="Poppins"/>
              </a:rPr>
              <a:t> the agent with the feedback received and retest failed cases after defect fixes are deployed </a:t>
            </a:r>
            <a:endParaRPr sz="1200">
              <a:latin typeface="Poppins"/>
              <a:cs typeface="Poppins"/>
            </a:endParaRPr>
          </a:p>
        </p:txBody>
      </p:sp>
      <p:grpSp>
        <p:nvGrpSpPr>
          <p:cNvPr id="39" name="object 39"/>
          <p:cNvGrpSpPr/>
          <p:nvPr/>
        </p:nvGrpSpPr>
        <p:grpSpPr>
          <a:xfrm>
            <a:off x="5338940" y="5164758"/>
            <a:ext cx="841587" cy="345439"/>
            <a:chOff x="4070477" y="4067011"/>
            <a:chExt cx="631190" cy="259079"/>
          </a:xfrm>
        </p:grpSpPr>
        <p:sp>
          <p:nvSpPr>
            <p:cNvPr id="40" name="object 40"/>
            <p:cNvSpPr/>
            <p:nvPr/>
          </p:nvSpPr>
          <p:spPr>
            <a:xfrm>
              <a:off x="4070477" y="4189134"/>
              <a:ext cx="390525" cy="14604"/>
            </a:xfrm>
            <a:custGeom>
              <a:avLst/>
              <a:gdLst/>
              <a:ahLst/>
              <a:cxnLst/>
              <a:rect l="l" t="t" r="r" b="b"/>
              <a:pathLst>
                <a:path w="390525" h="14604">
                  <a:moveTo>
                    <a:pt x="387096" y="0"/>
                  </a:moveTo>
                  <a:lnTo>
                    <a:pt x="3175" y="0"/>
                  </a:lnTo>
                  <a:lnTo>
                    <a:pt x="0" y="3200"/>
                  </a:lnTo>
                  <a:lnTo>
                    <a:pt x="0" y="7148"/>
                  </a:lnTo>
                  <a:lnTo>
                    <a:pt x="0" y="11098"/>
                  </a:lnTo>
                  <a:lnTo>
                    <a:pt x="3175" y="14287"/>
                  </a:lnTo>
                  <a:lnTo>
                    <a:pt x="387096" y="14287"/>
                  </a:lnTo>
                  <a:lnTo>
                    <a:pt x="390398" y="11098"/>
                  </a:lnTo>
                  <a:lnTo>
                    <a:pt x="390398" y="3200"/>
                  </a:lnTo>
                  <a:lnTo>
                    <a:pt x="387096" y="0"/>
                  </a:lnTo>
                  <a:close/>
                </a:path>
              </a:pathLst>
            </a:custGeom>
            <a:solidFill>
              <a:srgbClr val="C0C1D7"/>
            </a:solidFill>
          </p:spPr>
          <p:txBody>
            <a:bodyPr wrap="square" lIns="0" tIns="0" rIns="0" bIns="0" rtlCol="0"/>
            <a:lstStyle/>
            <a:p>
              <a:endParaRPr sz="2739">
                <a:latin typeface="Poppins" panose="00000500000000000000" pitchFamily="2" charset="0"/>
                <a:cs typeface="Poppins" panose="00000500000000000000" pitchFamily="2" charset="0"/>
              </a:endParaRPr>
            </a:p>
          </p:txBody>
        </p:sp>
        <p:pic>
          <p:nvPicPr>
            <p:cNvPr id="41" name="object 41"/>
            <p:cNvPicPr/>
            <p:nvPr/>
          </p:nvPicPr>
          <p:blipFill>
            <a:blip r:embed="rId2" cstate="print">
              <a:duotone>
                <a:prstClr val="black"/>
                <a:schemeClr val="accent1">
                  <a:tint val="45000"/>
                  <a:satMod val="400000"/>
                </a:schemeClr>
              </a:duotone>
            </a:blip>
            <a:stretch>
              <a:fillRect/>
            </a:stretch>
          </p:blipFill>
          <p:spPr>
            <a:xfrm>
              <a:off x="4446524" y="4070821"/>
              <a:ext cx="250952" cy="250924"/>
            </a:xfrm>
            <a:prstGeom prst="rect">
              <a:avLst/>
            </a:prstGeom>
          </p:spPr>
        </p:pic>
        <p:sp>
          <p:nvSpPr>
            <p:cNvPr id="42" name="object 42"/>
            <p:cNvSpPr/>
            <p:nvPr/>
          </p:nvSpPr>
          <p:spPr>
            <a:xfrm>
              <a:off x="4446524" y="4070821"/>
              <a:ext cx="251460" cy="251460"/>
            </a:xfrm>
            <a:custGeom>
              <a:avLst/>
              <a:gdLst/>
              <a:ahLst/>
              <a:cxnLst/>
              <a:rect l="l" t="t" r="r" b="b"/>
              <a:pathLst>
                <a:path w="251460" h="251460">
                  <a:moveTo>
                    <a:pt x="0" y="46851"/>
                  </a:moveTo>
                  <a:lnTo>
                    <a:pt x="3679" y="28616"/>
                  </a:lnTo>
                  <a:lnTo>
                    <a:pt x="13716" y="13724"/>
                  </a:lnTo>
                  <a:lnTo>
                    <a:pt x="28610" y="3682"/>
                  </a:lnTo>
                  <a:lnTo>
                    <a:pt x="46863" y="0"/>
                  </a:lnTo>
                  <a:lnTo>
                    <a:pt x="204089" y="0"/>
                  </a:lnTo>
                  <a:lnTo>
                    <a:pt x="222341" y="3682"/>
                  </a:lnTo>
                  <a:lnTo>
                    <a:pt x="237236" y="13724"/>
                  </a:lnTo>
                  <a:lnTo>
                    <a:pt x="247272" y="28616"/>
                  </a:lnTo>
                  <a:lnTo>
                    <a:pt x="250952" y="46851"/>
                  </a:lnTo>
                  <a:lnTo>
                    <a:pt x="250952" y="204073"/>
                  </a:lnTo>
                  <a:lnTo>
                    <a:pt x="247272" y="222308"/>
                  </a:lnTo>
                  <a:lnTo>
                    <a:pt x="237236" y="237200"/>
                  </a:lnTo>
                  <a:lnTo>
                    <a:pt x="222341" y="247241"/>
                  </a:lnTo>
                  <a:lnTo>
                    <a:pt x="204089" y="250924"/>
                  </a:lnTo>
                  <a:lnTo>
                    <a:pt x="46863" y="250924"/>
                  </a:lnTo>
                  <a:lnTo>
                    <a:pt x="28610" y="247241"/>
                  </a:lnTo>
                  <a:lnTo>
                    <a:pt x="13716" y="237200"/>
                  </a:lnTo>
                  <a:lnTo>
                    <a:pt x="3679" y="222308"/>
                  </a:lnTo>
                  <a:lnTo>
                    <a:pt x="0" y="204073"/>
                  </a:lnTo>
                  <a:lnTo>
                    <a:pt x="0" y="46851"/>
                  </a:lnTo>
                  <a:close/>
                </a:path>
              </a:pathLst>
            </a:custGeom>
            <a:ln w="7620">
              <a:solidFill>
                <a:srgbClr val="C0C1D7"/>
              </a:solidFill>
            </a:ln>
          </p:spPr>
          <p:txBody>
            <a:bodyPr wrap="square" lIns="0" tIns="0" rIns="0" bIns="0" rtlCol="0"/>
            <a:lstStyle/>
            <a:p>
              <a:endParaRPr sz="2739">
                <a:latin typeface="Poppins" panose="00000500000000000000" pitchFamily="2" charset="0"/>
                <a:cs typeface="Poppins" panose="00000500000000000000" pitchFamily="2" charset="0"/>
              </a:endParaRPr>
            </a:p>
          </p:txBody>
        </p:sp>
      </p:grpSp>
      <p:sp>
        <p:nvSpPr>
          <p:cNvPr id="43" name="object 43"/>
          <p:cNvSpPr txBox="1"/>
          <p:nvPr/>
        </p:nvSpPr>
        <p:spPr>
          <a:xfrm>
            <a:off x="5931415" y="5215401"/>
            <a:ext cx="147319" cy="263320"/>
          </a:xfrm>
          <a:prstGeom prst="rect">
            <a:avLst/>
          </a:prstGeom>
        </p:spPr>
        <p:txBody>
          <a:bodyPr vert="horz" wrap="square" lIns="0" tIns="16933" rIns="0" bIns="0" rtlCol="0">
            <a:spAutoFit/>
          </a:bodyPr>
          <a:lstStyle/>
          <a:p>
            <a:pPr marL="16933">
              <a:spcBef>
                <a:spcPts val="133"/>
              </a:spcBef>
            </a:pPr>
            <a:r>
              <a:rPr lang="en-US" sz="1600" b="1" spc="-67">
                <a:solidFill>
                  <a:srgbClr val="272424"/>
                </a:solidFill>
                <a:latin typeface="Poppins" panose="00000500000000000000" pitchFamily="2" charset="0"/>
                <a:cs typeface="Poppins" panose="00000500000000000000" pitchFamily="2" charset="0"/>
              </a:rPr>
              <a:t>6</a:t>
            </a:r>
            <a:endParaRPr sz="1600">
              <a:latin typeface="Poppins" panose="00000500000000000000" pitchFamily="2" charset="0"/>
              <a:cs typeface="Poppins" panose="00000500000000000000" pitchFamily="2" charset="0"/>
            </a:endParaRPr>
          </a:p>
        </p:txBody>
      </p:sp>
      <p:sp>
        <p:nvSpPr>
          <p:cNvPr id="45" name="object 45"/>
          <p:cNvSpPr txBox="1">
            <a:spLocks noGrp="1"/>
          </p:cNvSpPr>
          <p:nvPr>
            <p:ph type="sldNum" sz="quarter" idx="7"/>
          </p:nvPr>
        </p:nvSpPr>
        <p:spPr>
          <a:xfrm>
            <a:off x="840317" y="8765117"/>
            <a:ext cx="576591" cy="205121"/>
          </a:xfrm>
          <a:prstGeom prst="rect">
            <a:avLst/>
          </a:prstGeom>
        </p:spPr>
        <p:txBody>
          <a:bodyPr vert="horz" wrap="square" lIns="0" tIns="0" rIns="0" bIns="0" rtlCol="0" anchor="t" anchorCtr="0">
            <a:spAutoFit/>
          </a:bodyPr>
          <a:lstStyle/>
          <a:p>
            <a:pPr marL="50799"/>
            <a:fld id="{81D60167-4931-47E6-BA6A-407CBD079E47}" type="slidenum">
              <a:rPr spc="-67" dirty="0"/>
              <a:pPr marL="50799"/>
              <a:t>4</a:t>
            </a:fld>
            <a:endParaRPr spc="-67"/>
          </a:p>
        </p:txBody>
      </p:sp>
      <p:sp>
        <p:nvSpPr>
          <p:cNvPr id="44" name="object 44"/>
          <p:cNvSpPr txBox="1"/>
          <p:nvPr/>
        </p:nvSpPr>
        <p:spPr>
          <a:xfrm>
            <a:off x="504282" y="5013621"/>
            <a:ext cx="4705265" cy="817317"/>
          </a:xfrm>
          <a:prstGeom prst="rect">
            <a:avLst/>
          </a:prstGeom>
        </p:spPr>
        <p:txBody>
          <a:bodyPr vert="horz" wrap="square" lIns="0" tIns="110913" rIns="0" bIns="0" rtlCol="0" anchor="t">
            <a:spAutoFit/>
          </a:bodyPr>
          <a:lstStyle/>
          <a:p>
            <a:pPr marL="2140585" algn="r">
              <a:spcBef>
                <a:spcPts val="873"/>
              </a:spcBef>
            </a:pPr>
            <a:r>
              <a:rPr lang="es-CO" sz="1600" b="1" spc="-53">
                <a:solidFill>
                  <a:srgbClr val="272424"/>
                </a:solidFill>
                <a:latin typeface="Poppins"/>
                <a:cs typeface="Poppins"/>
              </a:rPr>
              <a:t>UAT</a:t>
            </a:r>
            <a:r>
              <a:rPr lang="es-CO" sz="1600" b="1" spc="13">
                <a:solidFill>
                  <a:srgbClr val="272424"/>
                </a:solidFill>
                <a:latin typeface="Poppins"/>
                <a:cs typeface="Poppins"/>
              </a:rPr>
              <a:t> </a:t>
            </a:r>
            <a:r>
              <a:rPr lang="es-CO" sz="1600" b="1" spc="-67" err="1">
                <a:solidFill>
                  <a:srgbClr val="272424"/>
                </a:solidFill>
                <a:latin typeface="Poppins"/>
                <a:cs typeface="Poppins"/>
              </a:rPr>
              <a:t>Sign</a:t>
            </a:r>
            <a:r>
              <a:rPr lang="es-CO" sz="1600" b="1" spc="-67">
                <a:solidFill>
                  <a:srgbClr val="272424"/>
                </a:solidFill>
                <a:latin typeface="Poppins"/>
                <a:cs typeface="Poppins"/>
              </a:rPr>
              <a:t>-</a:t>
            </a:r>
            <a:r>
              <a:rPr lang="es-CO" sz="1600" b="1" spc="-33">
                <a:solidFill>
                  <a:srgbClr val="272424"/>
                </a:solidFill>
                <a:latin typeface="Poppins"/>
                <a:cs typeface="Poppins"/>
              </a:rPr>
              <a:t>Off</a:t>
            </a:r>
            <a:endParaRPr lang="es-CO" sz="1600">
              <a:latin typeface="Poppins"/>
              <a:cs typeface="Poppins"/>
            </a:endParaRPr>
          </a:p>
          <a:p>
            <a:pPr marL="16510" algn="r">
              <a:spcBef>
                <a:spcPts val="733"/>
              </a:spcBef>
            </a:pPr>
            <a:r>
              <a:rPr sz="1200" spc="-27">
                <a:solidFill>
                  <a:srgbClr val="272424"/>
                </a:solidFill>
                <a:latin typeface="Poppins"/>
                <a:cs typeface="Poppins"/>
              </a:rPr>
              <a:t>Confirm</a:t>
            </a:r>
            <a:r>
              <a:rPr sz="1200" spc="-47">
                <a:solidFill>
                  <a:srgbClr val="272424"/>
                </a:solidFill>
                <a:latin typeface="Poppins"/>
                <a:cs typeface="Poppins"/>
              </a:rPr>
              <a:t> </a:t>
            </a:r>
            <a:r>
              <a:rPr sz="1200" spc="-27">
                <a:solidFill>
                  <a:srgbClr val="272424"/>
                </a:solidFill>
                <a:latin typeface="Poppins"/>
                <a:cs typeface="Poppins"/>
              </a:rPr>
              <a:t>successful</a:t>
            </a:r>
            <a:r>
              <a:rPr sz="1200" spc="-47">
                <a:solidFill>
                  <a:srgbClr val="272424"/>
                </a:solidFill>
                <a:latin typeface="Poppins"/>
                <a:cs typeface="Poppins"/>
              </a:rPr>
              <a:t> </a:t>
            </a:r>
            <a:r>
              <a:rPr sz="1200" spc="-33">
                <a:solidFill>
                  <a:srgbClr val="272424"/>
                </a:solidFill>
                <a:latin typeface="Poppins"/>
                <a:cs typeface="Poppins"/>
              </a:rPr>
              <a:t>completion</a:t>
            </a:r>
            <a:r>
              <a:rPr sz="1200" spc="-47">
                <a:solidFill>
                  <a:srgbClr val="272424"/>
                </a:solidFill>
                <a:latin typeface="Poppins"/>
                <a:cs typeface="Poppins"/>
              </a:rPr>
              <a:t> </a:t>
            </a:r>
            <a:r>
              <a:rPr sz="1200">
                <a:solidFill>
                  <a:srgbClr val="272424"/>
                </a:solidFill>
                <a:latin typeface="Poppins"/>
                <a:cs typeface="Poppins"/>
              </a:rPr>
              <a:t>of</a:t>
            </a:r>
            <a:r>
              <a:rPr sz="1200" spc="-53">
                <a:solidFill>
                  <a:srgbClr val="272424"/>
                </a:solidFill>
                <a:latin typeface="Poppins"/>
                <a:cs typeface="Poppins"/>
              </a:rPr>
              <a:t> </a:t>
            </a:r>
            <a:r>
              <a:rPr sz="1200" spc="-33">
                <a:solidFill>
                  <a:srgbClr val="272424"/>
                </a:solidFill>
                <a:latin typeface="Poppins"/>
                <a:cs typeface="Poppins"/>
              </a:rPr>
              <a:t>UAT</a:t>
            </a:r>
            <a:r>
              <a:rPr lang="en-US" sz="1200" spc="-33">
                <a:solidFill>
                  <a:srgbClr val="272424"/>
                </a:solidFill>
                <a:latin typeface="Poppins"/>
                <a:cs typeface="Poppins"/>
              </a:rPr>
              <a:t> and o</a:t>
            </a:r>
            <a:r>
              <a:rPr lang="en-US" sz="1200">
                <a:latin typeface="Poppins"/>
                <a:cs typeface="Poppins"/>
              </a:rPr>
              <a:t>btain sign-off from business stakeholders upon successful completion</a:t>
            </a:r>
            <a:endParaRPr sz="1200">
              <a:latin typeface="Poppins"/>
              <a:cs typeface="Poppins"/>
            </a:endParaRPr>
          </a:p>
        </p:txBody>
      </p:sp>
      <p:sp>
        <p:nvSpPr>
          <p:cNvPr id="49" name="Google Shape;1300;p200">
            <a:extLst>
              <a:ext uri="{FF2B5EF4-FFF2-40B4-BE49-F238E27FC236}">
                <a16:creationId xmlns:a16="http://schemas.microsoft.com/office/drawing/2014/main" id="{8F84F08A-3566-5E97-7741-DCFBFF1DF087}"/>
              </a:ext>
            </a:extLst>
          </p:cNvPr>
          <p:cNvSpPr txBox="1"/>
          <p:nvPr/>
        </p:nvSpPr>
        <p:spPr>
          <a:xfrm>
            <a:off x="421267" y="354330"/>
            <a:ext cx="5006036" cy="231307"/>
          </a:xfrm>
          <a:prstGeom prst="rect">
            <a:avLst/>
          </a:prstGeom>
          <a:noFill/>
          <a:ln>
            <a:noFill/>
          </a:ln>
        </p:spPr>
        <p:txBody>
          <a:bodyPr spcFirstLastPara="1" wrap="square" lIns="0" tIns="0" rIns="0" bIns="0" anchor="t" anchorCtr="0">
            <a:noAutofit/>
          </a:bodyPr>
          <a:lstStyle/>
          <a:p>
            <a:pPr defTabSz="1219170">
              <a:lnSpc>
                <a:spcPct val="90000"/>
              </a:lnSpc>
              <a:buClr>
                <a:srgbClr val="000000"/>
              </a:buClr>
              <a:buSzPts val="1100"/>
              <a:defRPr/>
            </a:pPr>
            <a:r>
              <a:rPr lang="en-US" sz="2000" b="1"/>
              <a:t>UAT Execution Steps and Process Flow</a:t>
            </a:r>
            <a:endParaRPr lang="en-US" sz="2000" b="1" kern="0">
              <a:ea typeface="Poppins"/>
              <a:cs typeface="Poppins"/>
            </a:endParaRPr>
          </a:p>
        </p:txBody>
      </p:sp>
      <p:pic>
        <p:nvPicPr>
          <p:cNvPr id="2" name="Picture 2" descr="Envalior Engineering Materials | Distribuidor europeo | Nexeo Plastics">
            <a:extLst>
              <a:ext uri="{FF2B5EF4-FFF2-40B4-BE49-F238E27FC236}">
                <a16:creationId xmlns:a16="http://schemas.microsoft.com/office/drawing/2014/main" id="{280D621C-2CE6-F556-BC3F-CE950746029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04135" y="308612"/>
            <a:ext cx="1937166" cy="785308"/>
          </a:xfrm>
          <a:prstGeom prst="rect">
            <a:avLst/>
          </a:prstGeom>
          <a:noFill/>
          <a:extLst>
            <a:ext uri="{909E8E84-426E-40DD-AFC4-6F175D3DCCD1}">
              <a14:hiddenFill xmlns:a14="http://schemas.microsoft.com/office/drawing/2010/main">
                <a:solidFill>
                  <a:srgbClr val="FFFFFF"/>
                </a:solidFill>
              </a14:hiddenFill>
            </a:ext>
          </a:extLst>
        </p:spPr>
      </p:pic>
      <p:sp>
        <p:nvSpPr>
          <p:cNvPr id="47" name="Freeform 6">
            <a:extLst>
              <a:ext uri="{FF2B5EF4-FFF2-40B4-BE49-F238E27FC236}">
                <a16:creationId xmlns:a16="http://schemas.microsoft.com/office/drawing/2014/main" id="{DE610EA9-7824-5205-8F6D-3840AF4EE05E}"/>
              </a:ext>
            </a:extLst>
          </p:cNvPr>
          <p:cNvSpPr/>
          <p:nvPr/>
        </p:nvSpPr>
        <p:spPr>
          <a:xfrm>
            <a:off x="11042118" y="216128"/>
            <a:ext cx="832337" cy="832337"/>
          </a:xfrm>
          <a:custGeom>
            <a:avLst/>
            <a:gdLst/>
            <a:ahLst/>
            <a:cxnLst/>
            <a:rect l="l" t="t" r="r" b="b"/>
            <a:pathLst>
              <a:path w="5343525" h="5343525">
                <a:moveTo>
                  <a:pt x="0" y="0"/>
                </a:moveTo>
                <a:lnTo>
                  <a:pt x="5343525" y="0"/>
                </a:lnTo>
                <a:lnTo>
                  <a:pt x="5343525" y="5343525"/>
                </a:lnTo>
                <a:lnTo>
                  <a:pt x="0" y="5343525"/>
                </a:lnTo>
                <a:lnTo>
                  <a:pt x="0" y="0"/>
                </a:lnTo>
                <a:close/>
              </a:path>
            </a:pathLst>
          </a:custGeom>
          <a:blipFill>
            <a:blip r:embed="rId7"/>
            <a:stretch>
              <a:fillRect r="-7903" b="-7903"/>
            </a:stretch>
          </a:blipFill>
        </p:spPr>
        <p:txBody>
          <a:bodyPr/>
          <a:lstStyle/>
          <a:p>
            <a:endParaRPr lang="en-GB"/>
          </a:p>
        </p:txBody>
      </p:sp>
      <p:sp>
        <p:nvSpPr>
          <p:cNvPr id="46" name="Rectángulo 45">
            <a:extLst>
              <a:ext uri="{FF2B5EF4-FFF2-40B4-BE49-F238E27FC236}">
                <a16:creationId xmlns:a16="http://schemas.microsoft.com/office/drawing/2014/main" id="{E11172BB-2078-48F2-97D8-B76B733841DA}"/>
              </a:ext>
            </a:extLst>
          </p:cNvPr>
          <p:cNvSpPr/>
          <p:nvPr/>
        </p:nvSpPr>
        <p:spPr>
          <a:xfrm>
            <a:off x="421267" y="579826"/>
            <a:ext cx="5214415"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l"/>
            <a:endParaRPr lang="es-CO" sz="1200"/>
          </a:p>
        </p:txBody>
      </p:sp>
      <p:sp>
        <p:nvSpPr>
          <p:cNvPr id="48" name="Rectángulo 47">
            <a:extLst>
              <a:ext uri="{FF2B5EF4-FFF2-40B4-BE49-F238E27FC236}">
                <a16:creationId xmlns:a16="http://schemas.microsoft.com/office/drawing/2014/main" id="{E0CF52A1-7E96-EFF8-825F-3E118FD08FF7}"/>
              </a:ext>
            </a:extLst>
          </p:cNvPr>
          <p:cNvSpPr/>
          <p:nvPr/>
        </p:nvSpPr>
        <p:spPr>
          <a:xfrm>
            <a:off x="7947390" y="6219005"/>
            <a:ext cx="243065" cy="20960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l"/>
            <a:endParaRPr lang="es-CO" sz="1200"/>
          </a:p>
        </p:txBody>
      </p:sp>
      <p:sp>
        <p:nvSpPr>
          <p:cNvPr id="50" name="CuadroTexto 49">
            <a:extLst>
              <a:ext uri="{FF2B5EF4-FFF2-40B4-BE49-F238E27FC236}">
                <a16:creationId xmlns:a16="http://schemas.microsoft.com/office/drawing/2014/main" id="{7205F490-49CC-033B-E2B8-977C0844B033}"/>
              </a:ext>
            </a:extLst>
          </p:cNvPr>
          <p:cNvSpPr txBox="1"/>
          <p:nvPr/>
        </p:nvSpPr>
        <p:spPr>
          <a:xfrm>
            <a:off x="8299879" y="6192168"/>
            <a:ext cx="1153127" cy="442035"/>
          </a:xfrm>
          <a:prstGeom prst="rect">
            <a:avLst/>
          </a:prstGeom>
          <a:noFill/>
        </p:spPr>
        <p:txBody>
          <a:bodyPr wrap="none" lIns="36000" tIns="36000" rIns="36000" bIns="36000" rtlCol="0" anchor="t">
            <a:spAutoFit/>
          </a:bodyPr>
          <a:lstStyle/>
          <a:p>
            <a:r>
              <a:rPr lang="en-US" sz="1200" i="1" err="1"/>
              <a:t>OFi</a:t>
            </a:r>
            <a:r>
              <a:rPr lang="en-US" sz="1200" i="1"/>
              <a:t> </a:t>
            </a:r>
            <a:br>
              <a:rPr lang="en-US" sz="1200" i="1"/>
            </a:br>
            <a:r>
              <a:rPr lang="en-US" sz="1200" i="1"/>
              <a:t>responsability</a:t>
            </a:r>
            <a:endParaRPr lang="es-CO" sz="1200" i="1"/>
          </a:p>
        </p:txBody>
      </p:sp>
      <p:sp>
        <p:nvSpPr>
          <p:cNvPr id="51" name="Rectángulo 50">
            <a:extLst>
              <a:ext uri="{FF2B5EF4-FFF2-40B4-BE49-F238E27FC236}">
                <a16:creationId xmlns:a16="http://schemas.microsoft.com/office/drawing/2014/main" id="{F593D781-0DF4-F47A-45B0-BA5F743BB3A1}"/>
              </a:ext>
            </a:extLst>
          </p:cNvPr>
          <p:cNvSpPr/>
          <p:nvPr/>
        </p:nvSpPr>
        <p:spPr>
          <a:xfrm>
            <a:off x="9505173" y="6181468"/>
            <a:ext cx="243065" cy="209609"/>
          </a:xfrm>
          <a:prstGeom prst="rect">
            <a:avLst/>
          </a:prstGeom>
          <a:solidFill>
            <a:srgbClr val="CCA33F"/>
          </a:solidFill>
          <a:ln>
            <a:solidFill>
              <a:srgbClr val="CCA33F"/>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l"/>
            <a:endParaRPr lang="es-CO" sz="1200"/>
          </a:p>
        </p:txBody>
      </p:sp>
      <p:sp>
        <p:nvSpPr>
          <p:cNvPr id="52" name="CuadroTexto 51">
            <a:extLst>
              <a:ext uri="{FF2B5EF4-FFF2-40B4-BE49-F238E27FC236}">
                <a16:creationId xmlns:a16="http://schemas.microsoft.com/office/drawing/2014/main" id="{044CADC2-CEEC-D52A-483A-2FA7F7343210}"/>
              </a:ext>
            </a:extLst>
          </p:cNvPr>
          <p:cNvSpPr txBox="1"/>
          <p:nvPr/>
        </p:nvSpPr>
        <p:spPr>
          <a:xfrm>
            <a:off x="9857662" y="6154631"/>
            <a:ext cx="1153127" cy="442035"/>
          </a:xfrm>
          <a:prstGeom prst="rect">
            <a:avLst/>
          </a:prstGeom>
          <a:noFill/>
        </p:spPr>
        <p:txBody>
          <a:bodyPr wrap="none" lIns="36000" tIns="36000" rIns="36000" bIns="36000" rtlCol="0" anchor="t">
            <a:spAutoFit/>
          </a:bodyPr>
          <a:lstStyle/>
          <a:p>
            <a:r>
              <a:rPr lang="en-US" sz="1200" i="1" err="1"/>
              <a:t>Envalior</a:t>
            </a:r>
            <a:br>
              <a:rPr lang="en-US" sz="1200" i="1"/>
            </a:br>
            <a:r>
              <a:rPr lang="en-US" sz="1200" i="1" err="1"/>
              <a:t>responsability</a:t>
            </a:r>
            <a:endParaRPr lang="es-CO" sz="1200" i="1"/>
          </a:p>
        </p:txBody>
      </p:sp>
      <p:sp>
        <p:nvSpPr>
          <p:cNvPr id="54" name="object 22">
            <a:extLst>
              <a:ext uri="{FF2B5EF4-FFF2-40B4-BE49-F238E27FC236}">
                <a16:creationId xmlns:a16="http://schemas.microsoft.com/office/drawing/2014/main" id="{AA3DC465-E1F8-82D6-2F1F-F77EAD6AAD28}"/>
              </a:ext>
            </a:extLst>
          </p:cNvPr>
          <p:cNvSpPr/>
          <p:nvPr/>
        </p:nvSpPr>
        <p:spPr>
          <a:xfrm>
            <a:off x="6172062" y="4637239"/>
            <a:ext cx="520700" cy="22316"/>
          </a:xfrm>
          <a:custGeom>
            <a:avLst/>
            <a:gdLst/>
            <a:ahLst/>
            <a:cxnLst/>
            <a:rect l="l" t="t" r="r" b="b"/>
            <a:pathLst>
              <a:path w="390525" h="14605">
                <a:moveTo>
                  <a:pt x="387223" y="0"/>
                </a:moveTo>
                <a:lnTo>
                  <a:pt x="3302" y="0"/>
                </a:lnTo>
                <a:lnTo>
                  <a:pt x="0" y="3175"/>
                </a:lnTo>
                <a:lnTo>
                  <a:pt x="0" y="7112"/>
                </a:lnTo>
                <a:lnTo>
                  <a:pt x="0" y="11049"/>
                </a:lnTo>
                <a:lnTo>
                  <a:pt x="3302" y="14224"/>
                </a:lnTo>
                <a:lnTo>
                  <a:pt x="387223" y="14224"/>
                </a:lnTo>
                <a:lnTo>
                  <a:pt x="390398" y="11049"/>
                </a:lnTo>
                <a:lnTo>
                  <a:pt x="390398" y="3175"/>
                </a:lnTo>
                <a:lnTo>
                  <a:pt x="387223" y="0"/>
                </a:lnTo>
                <a:close/>
              </a:path>
            </a:pathLst>
          </a:custGeom>
          <a:solidFill>
            <a:srgbClr val="C0C1D7"/>
          </a:solidFill>
          <a:ln>
            <a:solidFill>
              <a:schemeClr val="bg1"/>
            </a:solidFill>
          </a:ln>
        </p:spPr>
        <p:txBody>
          <a:bodyPr wrap="square" lIns="0" tIns="0" rIns="0" bIns="0" rtlCol="0"/>
          <a:lstStyle/>
          <a:p>
            <a:endParaRPr sz="2739">
              <a:latin typeface="Poppins" panose="00000500000000000000" pitchFamily="2" charset="0"/>
              <a:cs typeface="Poppins" panose="00000500000000000000" pitchFamily="2" charset="0"/>
            </a:endParaRPr>
          </a:p>
        </p:txBody>
      </p:sp>
      <p:sp>
        <p:nvSpPr>
          <p:cNvPr id="58" name="object 28">
            <a:extLst>
              <a:ext uri="{FF2B5EF4-FFF2-40B4-BE49-F238E27FC236}">
                <a16:creationId xmlns:a16="http://schemas.microsoft.com/office/drawing/2014/main" id="{492BD6CD-8649-D08C-454E-0109E5D3E959}"/>
              </a:ext>
            </a:extLst>
          </p:cNvPr>
          <p:cNvSpPr/>
          <p:nvPr/>
        </p:nvSpPr>
        <p:spPr>
          <a:xfrm>
            <a:off x="6178809" y="1989552"/>
            <a:ext cx="520700" cy="19472"/>
          </a:xfrm>
          <a:custGeom>
            <a:avLst/>
            <a:gdLst/>
            <a:ahLst/>
            <a:cxnLst/>
            <a:rect l="l" t="t" r="r" b="b"/>
            <a:pathLst>
              <a:path w="390525" h="14605">
                <a:moveTo>
                  <a:pt x="387096" y="0"/>
                </a:moveTo>
                <a:lnTo>
                  <a:pt x="3175" y="0"/>
                </a:lnTo>
                <a:lnTo>
                  <a:pt x="0" y="3175"/>
                </a:lnTo>
                <a:lnTo>
                  <a:pt x="0" y="7112"/>
                </a:lnTo>
                <a:lnTo>
                  <a:pt x="0" y="11049"/>
                </a:lnTo>
                <a:lnTo>
                  <a:pt x="3175" y="14351"/>
                </a:lnTo>
                <a:lnTo>
                  <a:pt x="387096" y="14351"/>
                </a:lnTo>
                <a:lnTo>
                  <a:pt x="390398" y="11049"/>
                </a:lnTo>
                <a:lnTo>
                  <a:pt x="390398" y="3175"/>
                </a:lnTo>
                <a:lnTo>
                  <a:pt x="387096" y="0"/>
                </a:lnTo>
                <a:close/>
              </a:path>
            </a:pathLst>
          </a:custGeom>
          <a:solidFill>
            <a:srgbClr val="C0C1D7"/>
          </a:solidFill>
        </p:spPr>
        <p:txBody>
          <a:bodyPr wrap="square" lIns="0" tIns="0" rIns="0" bIns="0" rtlCol="0"/>
          <a:lstStyle/>
          <a:p>
            <a:endParaRPr sz="2739">
              <a:latin typeface="Poppins" panose="00000500000000000000" pitchFamily="2" charset="0"/>
              <a:cs typeface="Poppins" panose="00000500000000000000"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F1DB9-04DD-F07D-027A-8E18F91CF43C}"/>
              </a:ext>
            </a:extLst>
          </p:cNvPr>
          <p:cNvSpPr>
            <a:spLocks noGrp="1"/>
          </p:cNvSpPr>
          <p:nvPr>
            <p:ph type="title"/>
          </p:nvPr>
        </p:nvSpPr>
        <p:spPr>
          <a:xfrm>
            <a:off x="417453" y="321057"/>
            <a:ext cx="5678547" cy="258769"/>
          </a:xfrm>
        </p:spPr>
        <p:txBody>
          <a:bodyPr/>
          <a:lstStyle/>
          <a:p>
            <a:r>
              <a:rPr lang="en-GB" sz="2000"/>
              <a:t>User Acceptance testing (UAT) framework</a:t>
            </a:r>
          </a:p>
        </p:txBody>
      </p:sp>
      <p:sp>
        <p:nvSpPr>
          <p:cNvPr id="3" name="TextBox 2">
            <a:extLst>
              <a:ext uri="{FF2B5EF4-FFF2-40B4-BE49-F238E27FC236}">
                <a16:creationId xmlns:a16="http://schemas.microsoft.com/office/drawing/2014/main" id="{7F2808B3-BD8E-AA99-26A6-9729AA5B72E6}"/>
              </a:ext>
            </a:extLst>
          </p:cNvPr>
          <p:cNvSpPr txBox="1"/>
          <p:nvPr/>
        </p:nvSpPr>
        <p:spPr>
          <a:xfrm>
            <a:off x="207641" y="1345220"/>
            <a:ext cx="5407155" cy="553998"/>
          </a:xfrm>
          <a:prstGeom prst="rect">
            <a:avLst/>
          </a:prstGeom>
          <a:noFill/>
        </p:spPr>
        <p:txBody>
          <a:bodyPr wrap="square">
            <a:spAutoFit/>
          </a:bodyPr>
          <a:lstStyle/>
          <a:p>
            <a:pPr marL="171450" indent="-171450">
              <a:spcBef>
                <a:spcPts val="600"/>
              </a:spcBef>
              <a:spcAft>
                <a:spcPts val="730"/>
              </a:spcAft>
              <a:buClr>
                <a:schemeClr val="tx1"/>
              </a:buClr>
              <a:buFont typeface="Wingdings" pitchFamily="2" charset="2"/>
              <a:buChar char="Ø"/>
            </a:pPr>
            <a:r>
              <a:rPr lang="es-CO" sz="1000" err="1"/>
              <a:t>The</a:t>
            </a:r>
            <a:r>
              <a:rPr lang="es-CO" sz="1000"/>
              <a:t> UAT </a:t>
            </a:r>
            <a:r>
              <a:rPr lang="es-CO" sz="1000" err="1"/>
              <a:t>will</a:t>
            </a:r>
            <a:r>
              <a:rPr lang="es-CO" sz="1000"/>
              <a:t> </a:t>
            </a:r>
            <a:r>
              <a:rPr lang="es-CO" sz="1000" err="1"/>
              <a:t>follow</a:t>
            </a:r>
            <a:r>
              <a:rPr lang="es-CO" sz="1000"/>
              <a:t> a </a:t>
            </a:r>
            <a:r>
              <a:rPr lang="es-CO" sz="1000" err="1"/>
              <a:t>structured</a:t>
            </a:r>
            <a:r>
              <a:rPr lang="es-CO" sz="1000"/>
              <a:t> </a:t>
            </a:r>
            <a:r>
              <a:rPr lang="es-CO" sz="1000" err="1"/>
              <a:t>validation</a:t>
            </a:r>
            <a:r>
              <a:rPr lang="es-CO" sz="1000"/>
              <a:t> </a:t>
            </a:r>
            <a:r>
              <a:rPr lang="es-CO" sz="1000" err="1"/>
              <a:t>framework</a:t>
            </a:r>
            <a:r>
              <a:rPr lang="es-CO" sz="1000"/>
              <a:t> </a:t>
            </a:r>
            <a:r>
              <a:rPr lang="es-CO" sz="1000" err="1"/>
              <a:t>to</a:t>
            </a:r>
            <a:r>
              <a:rPr lang="es-CO" sz="1000"/>
              <a:t> </a:t>
            </a:r>
            <a:r>
              <a:rPr lang="es-CO" sz="1000" err="1"/>
              <a:t>verify</a:t>
            </a:r>
            <a:r>
              <a:rPr lang="es-CO" sz="1000"/>
              <a:t> </a:t>
            </a:r>
            <a:r>
              <a:rPr lang="es-CO" sz="1000" err="1"/>
              <a:t>that</a:t>
            </a:r>
            <a:r>
              <a:rPr lang="es-CO" sz="1000"/>
              <a:t> </a:t>
            </a:r>
            <a:r>
              <a:rPr lang="es-CO" sz="1000" err="1"/>
              <a:t>the</a:t>
            </a:r>
            <a:r>
              <a:rPr lang="es-CO" sz="1000"/>
              <a:t> </a:t>
            </a:r>
            <a:r>
              <a:rPr lang="es-CO" sz="1000" err="1"/>
              <a:t>Touchless</a:t>
            </a:r>
            <a:r>
              <a:rPr lang="es-CO" sz="1000"/>
              <a:t> </a:t>
            </a:r>
            <a:r>
              <a:rPr lang="es-CO" sz="1000" err="1"/>
              <a:t>Order</a:t>
            </a:r>
            <a:r>
              <a:rPr lang="es-CO" sz="1000"/>
              <a:t> </a:t>
            </a:r>
            <a:r>
              <a:rPr lang="es-CO" sz="1000" err="1"/>
              <a:t>Agent</a:t>
            </a:r>
            <a:r>
              <a:rPr lang="es-CO" sz="1000"/>
              <a:t> </a:t>
            </a:r>
            <a:r>
              <a:rPr lang="es-CO" sz="1000" err="1"/>
              <a:t>meets</a:t>
            </a:r>
            <a:r>
              <a:rPr lang="es-CO" sz="1000"/>
              <a:t> </a:t>
            </a:r>
            <a:r>
              <a:rPr lang="es-CO" sz="1000" err="1"/>
              <a:t>all</a:t>
            </a:r>
            <a:r>
              <a:rPr lang="es-CO" sz="1000"/>
              <a:t> </a:t>
            </a:r>
            <a:r>
              <a:rPr lang="es-CO" sz="1000" err="1"/>
              <a:t>functional</a:t>
            </a:r>
            <a:r>
              <a:rPr lang="es-CO" sz="1000"/>
              <a:t> and </a:t>
            </a:r>
            <a:r>
              <a:rPr lang="es-CO" sz="1000" err="1"/>
              <a:t>operational</a:t>
            </a:r>
            <a:r>
              <a:rPr lang="es-CO" sz="1000"/>
              <a:t> </a:t>
            </a:r>
            <a:r>
              <a:rPr lang="es-CO" sz="1000" err="1"/>
              <a:t>requirements</a:t>
            </a:r>
            <a:r>
              <a:rPr lang="es-CO" sz="1000"/>
              <a:t> </a:t>
            </a:r>
            <a:r>
              <a:rPr lang="es-CO" sz="1000" err="1"/>
              <a:t>before</a:t>
            </a:r>
            <a:r>
              <a:rPr lang="es-CO" sz="1000"/>
              <a:t> </a:t>
            </a:r>
            <a:r>
              <a:rPr lang="es-CO" sz="1000" err="1"/>
              <a:t>go-live</a:t>
            </a:r>
            <a:r>
              <a:rPr lang="es-CO" sz="1000"/>
              <a:t>.</a:t>
            </a:r>
            <a:endParaRPr lang="en-US" sz="1000">
              <a:solidFill>
                <a:schemeClr val="tx1">
                  <a:lumMod val="75000"/>
                  <a:lumOff val="25000"/>
                </a:schemeClr>
              </a:solidFill>
              <a:latin typeface="Poppins" panose="00000500000000000000" pitchFamily="2" charset="0"/>
              <a:cs typeface="Poppins" panose="00000500000000000000" pitchFamily="2" charset="0"/>
            </a:endParaRPr>
          </a:p>
        </p:txBody>
      </p:sp>
      <p:sp>
        <p:nvSpPr>
          <p:cNvPr id="4" name="Rectangle 3">
            <a:extLst>
              <a:ext uri="{FF2B5EF4-FFF2-40B4-BE49-F238E27FC236}">
                <a16:creationId xmlns:a16="http://schemas.microsoft.com/office/drawing/2014/main" id="{EB3C6C70-275B-EF29-2819-8729CC4E2D60}"/>
              </a:ext>
            </a:extLst>
          </p:cNvPr>
          <p:cNvSpPr/>
          <p:nvPr/>
        </p:nvSpPr>
        <p:spPr>
          <a:xfrm>
            <a:off x="289550" y="982369"/>
            <a:ext cx="5423810" cy="327656"/>
          </a:xfrm>
          <a:prstGeom prst="rect">
            <a:avLst/>
          </a:prstGeom>
          <a:solidFill>
            <a:schemeClr val="accent1"/>
          </a:solidFill>
          <a:ln w="38100" cap="flat" cmpd="sng">
            <a:noFill/>
            <a:prstDash val="solid"/>
            <a:round/>
            <a:headEnd type="none" w="sm" len="sm"/>
            <a:tailEnd type="none" w="sm" len="sm"/>
          </a:ln>
          <a:effectLst>
            <a:outerShdw blurRad="50800" dist="38100" dir="18900000" algn="bl" rotWithShape="0">
              <a:prstClr val="black">
                <a:alpha val="2000"/>
              </a:prstClr>
            </a:outerShdw>
          </a:effectLst>
        </p:spPr>
        <p:txBody>
          <a:bodyPr spcFirstLastPara="1" wrap="square" lIns="68575" tIns="34275" rIns="68575" bIns="34275" anchor="ctr" anchorCtr="0">
            <a:noAutofit/>
          </a:bodyPr>
          <a:lstStyle/>
          <a:p>
            <a:pPr algn="ctr" eaLnBrk="1" hangingPunct="1">
              <a:lnSpc>
                <a:spcPct val="90000"/>
              </a:lnSpc>
              <a:spcBef>
                <a:spcPts val="0"/>
              </a:spcBef>
              <a:spcAft>
                <a:spcPts val="600"/>
              </a:spcAft>
            </a:pPr>
            <a:r>
              <a:rPr lang="en-US" sz="1100" b="1">
                <a:solidFill>
                  <a:schemeClr val="bg1"/>
                </a:solidFill>
                <a:latin typeface="Poppins" panose="00000500000000000000" pitchFamily="2" charset="0"/>
                <a:cs typeface="Poppins" panose="00000500000000000000" pitchFamily="2" charset="0"/>
              </a:rPr>
              <a:t>UAT Framework Overview</a:t>
            </a:r>
          </a:p>
        </p:txBody>
      </p:sp>
      <p:sp>
        <p:nvSpPr>
          <p:cNvPr id="35" name="TextBox 34">
            <a:extLst>
              <a:ext uri="{FF2B5EF4-FFF2-40B4-BE49-F238E27FC236}">
                <a16:creationId xmlns:a16="http://schemas.microsoft.com/office/drawing/2014/main" id="{D9DF6990-5728-2330-29BA-04723D10B372}"/>
              </a:ext>
            </a:extLst>
          </p:cNvPr>
          <p:cNvSpPr txBox="1"/>
          <p:nvPr/>
        </p:nvSpPr>
        <p:spPr>
          <a:xfrm>
            <a:off x="10871133" y="1876729"/>
            <a:ext cx="819714" cy="415498"/>
          </a:xfrm>
          <a:prstGeom prst="rect">
            <a:avLst/>
          </a:prstGeom>
          <a:noFill/>
        </p:spPr>
        <p:txBody>
          <a:bodyPr wrap="square">
            <a:spAutoFit/>
          </a:bodyPr>
          <a:lstStyle/>
          <a:p>
            <a:r>
              <a:rPr lang="en-GB" sz="1050">
                <a:solidFill>
                  <a:schemeClr val="tx1">
                    <a:lumMod val="75000"/>
                    <a:lumOff val="25000"/>
                  </a:schemeClr>
                </a:solidFill>
                <a:latin typeface="Poppins" panose="00000500000000000000" pitchFamily="2" charset="0"/>
                <a:cs typeface="Poppins" panose="00000500000000000000" pitchFamily="2" charset="0"/>
              </a:rPr>
              <a:t>KOM </a:t>
            </a:r>
            <a:br>
              <a:rPr lang="en-GB" sz="1050">
                <a:solidFill>
                  <a:schemeClr val="tx1">
                    <a:lumMod val="75000"/>
                    <a:lumOff val="25000"/>
                  </a:schemeClr>
                </a:solidFill>
                <a:latin typeface="Poppins" panose="00000500000000000000" pitchFamily="2" charset="0"/>
                <a:cs typeface="Poppins" panose="00000500000000000000" pitchFamily="2" charset="0"/>
              </a:rPr>
            </a:br>
            <a:r>
              <a:rPr lang="en-GB" sz="1050">
                <a:solidFill>
                  <a:schemeClr val="tx1">
                    <a:lumMod val="75000"/>
                    <a:lumOff val="25000"/>
                  </a:schemeClr>
                </a:solidFill>
                <a:latin typeface="Poppins" panose="00000500000000000000" pitchFamily="2" charset="0"/>
                <a:cs typeface="Poppins" panose="00000500000000000000" pitchFamily="2" charset="0"/>
              </a:rPr>
              <a:t>Meeting </a:t>
            </a:r>
          </a:p>
        </p:txBody>
      </p:sp>
      <p:cxnSp>
        <p:nvCxnSpPr>
          <p:cNvPr id="52" name="Straight Connector 51">
            <a:extLst>
              <a:ext uri="{FF2B5EF4-FFF2-40B4-BE49-F238E27FC236}">
                <a16:creationId xmlns:a16="http://schemas.microsoft.com/office/drawing/2014/main" id="{BBC29BBD-F2D1-A7E9-24DE-17E6AD96CFEB}"/>
              </a:ext>
            </a:extLst>
          </p:cNvPr>
          <p:cNvCxnSpPr>
            <a:cxnSpLocks/>
          </p:cNvCxnSpPr>
          <p:nvPr/>
        </p:nvCxnSpPr>
        <p:spPr>
          <a:xfrm>
            <a:off x="223612" y="4596764"/>
            <a:ext cx="5407840" cy="3433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44DDB144-4839-B8A8-FA42-2B4722E1CD6A}"/>
              </a:ext>
            </a:extLst>
          </p:cNvPr>
          <p:cNvSpPr txBox="1"/>
          <p:nvPr/>
        </p:nvSpPr>
        <p:spPr>
          <a:xfrm>
            <a:off x="234342" y="4323434"/>
            <a:ext cx="3923490" cy="261610"/>
          </a:xfrm>
          <a:prstGeom prst="rect">
            <a:avLst/>
          </a:prstGeom>
          <a:noFill/>
        </p:spPr>
        <p:txBody>
          <a:bodyPr wrap="square">
            <a:spAutoFit/>
          </a:bodyPr>
          <a:lstStyle/>
          <a:p>
            <a:r>
              <a:rPr lang="en-US" sz="1100" b="1">
                <a:latin typeface="Poppins" panose="00000500000000000000" pitchFamily="2" charset="0"/>
                <a:cs typeface="Poppins" panose="00000500000000000000" pitchFamily="2" charset="0"/>
              </a:rPr>
              <a:t>UAT </a:t>
            </a:r>
            <a:r>
              <a:rPr lang="en-GB" sz="1100" b="1">
                <a:solidFill>
                  <a:schemeClr val="tx1">
                    <a:lumMod val="75000"/>
                    <a:lumOff val="25000"/>
                  </a:schemeClr>
                </a:solidFill>
                <a:latin typeface="Poppins" panose="00000500000000000000" pitchFamily="2" charset="0"/>
                <a:cs typeface="Poppins" panose="00000500000000000000" pitchFamily="2" charset="0"/>
              </a:rPr>
              <a:t>&amp; </a:t>
            </a:r>
            <a:r>
              <a:rPr lang="en-US" sz="1100" b="1">
                <a:latin typeface="Poppins" panose="00000500000000000000" pitchFamily="2" charset="0"/>
                <a:cs typeface="Poppins" panose="00000500000000000000" pitchFamily="2" charset="0"/>
              </a:rPr>
              <a:t>Sign-off Criteria</a:t>
            </a:r>
            <a:endParaRPr lang="en-GB" sz="1100" b="1">
              <a:latin typeface="Poppins" panose="00000500000000000000" pitchFamily="2" charset="0"/>
              <a:cs typeface="Poppins" panose="00000500000000000000" pitchFamily="2" charset="0"/>
            </a:endParaRPr>
          </a:p>
        </p:txBody>
      </p:sp>
      <p:sp>
        <p:nvSpPr>
          <p:cNvPr id="55" name="TextBox 54">
            <a:extLst>
              <a:ext uri="{FF2B5EF4-FFF2-40B4-BE49-F238E27FC236}">
                <a16:creationId xmlns:a16="http://schemas.microsoft.com/office/drawing/2014/main" id="{B5FC9F5E-1531-3F5C-EE12-25E8B35D5AEE}"/>
              </a:ext>
            </a:extLst>
          </p:cNvPr>
          <p:cNvSpPr txBox="1"/>
          <p:nvPr/>
        </p:nvSpPr>
        <p:spPr>
          <a:xfrm>
            <a:off x="162182" y="4677843"/>
            <a:ext cx="5678547" cy="1766061"/>
          </a:xfrm>
          <a:prstGeom prst="rect">
            <a:avLst/>
          </a:prstGeom>
          <a:noFill/>
        </p:spPr>
        <p:txBody>
          <a:bodyPr wrap="square">
            <a:spAutoFit/>
          </a:bodyPr>
          <a:lstStyle/>
          <a:p>
            <a:pPr marL="171450" indent="-171450">
              <a:lnSpc>
                <a:spcPct val="150000"/>
              </a:lnSpc>
              <a:buClr>
                <a:schemeClr val="accent1"/>
              </a:buClr>
              <a:buFont typeface="Wingdings" pitchFamily="2" charset="2"/>
              <a:buChar char="Ø"/>
            </a:pPr>
            <a:r>
              <a:rPr lang="en-US" sz="1050" b="1">
                <a:latin typeface="Poppins" panose="00000500000000000000" pitchFamily="2" charset="0"/>
                <a:cs typeface="Poppins" panose="00000500000000000000" pitchFamily="2" charset="0"/>
              </a:rPr>
              <a:t>Functional Criteria: </a:t>
            </a:r>
            <a:r>
              <a:rPr lang="en-US" sz="1050">
                <a:latin typeface="Poppins" panose="00000500000000000000" pitchFamily="2" charset="0"/>
                <a:cs typeface="Poppins" panose="00000500000000000000" pitchFamily="2" charset="0"/>
              </a:rPr>
              <a:t>All critical and high-priority test cases are passed, core functionalities work as expected and no blocking defects remain. All Critical and High severity defects resolved and retested</a:t>
            </a:r>
          </a:p>
          <a:p>
            <a:pPr marL="171450" indent="-171450">
              <a:lnSpc>
                <a:spcPct val="150000"/>
              </a:lnSpc>
              <a:buClr>
                <a:schemeClr val="accent1"/>
              </a:buClr>
              <a:buFont typeface="Wingdings" pitchFamily="2" charset="2"/>
              <a:buChar char="Ø"/>
            </a:pPr>
            <a:r>
              <a:rPr lang="en-US" sz="1050" b="1">
                <a:latin typeface="Poppins" panose="00000500000000000000" pitchFamily="2" charset="0"/>
                <a:cs typeface="Poppins" panose="00000500000000000000" pitchFamily="2" charset="0"/>
              </a:rPr>
              <a:t>Business Criteria: </a:t>
            </a:r>
            <a:r>
              <a:rPr lang="en-US" sz="1050">
                <a:latin typeface="Poppins" panose="00000500000000000000" pitchFamily="2" charset="0"/>
                <a:cs typeface="Poppins" panose="00000500000000000000" pitchFamily="2" charset="0"/>
              </a:rPr>
              <a:t>Business scenarios are validated; stakeholders approve outcomes and the process aligns with operational needs</a:t>
            </a:r>
          </a:p>
          <a:p>
            <a:pPr marL="171450" indent="-171450">
              <a:lnSpc>
                <a:spcPct val="150000"/>
              </a:lnSpc>
              <a:buClr>
                <a:schemeClr val="accent1"/>
              </a:buClr>
              <a:buFont typeface="Wingdings" pitchFamily="2" charset="2"/>
              <a:buChar char="Ø"/>
            </a:pPr>
            <a:r>
              <a:rPr lang="en-US" sz="1050" b="1">
                <a:latin typeface="Poppins" panose="00000500000000000000" pitchFamily="2" charset="0"/>
                <a:cs typeface="Poppins" panose="00000500000000000000" pitchFamily="2" charset="0"/>
              </a:rPr>
              <a:t>Documentation Criteria: </a:t>
            </a:r>
            <a:r>
              <a:rPr lang="en-US" sz="1050">
                <a:latin typeface="Poppins" panose="00000500000000000000" pitchFamily="2" charset="0"/>
                <a:cs typeface="Poppins" panose="00000500000000000000" pitchFamily="2" charset="0"/>
              </a:rPr>
              <a:t>Test results documented, completed and approved</a:t>
            </a:r>
          </a:p>
          <a:p>
            <a:pPr marL="171450" indent="-171450">
              <a:lnSpc>
                <a:spcPct val="150000"/>
              </a:lnSpc>
              <a:buClr>
                <a:schemeClr val="accent1"/>
              </a:buClr>
              <a:buFont typeface="Wingdings" pitchFamily="2" charset="2"/>
              <a:buChar char="Ø"/>
            </a:pPr>
            <a:r>
              <a:rPr lang="en-US" sz="1050" b="1">
                <a:latin typeface="Poppins" panose="00000500000000000000" pitchFamily="2" charset="0"/>
                <a:cs typeface="Poppins" panose="00000500000000000000" pitchFamily="2" charset="0"/>
              </a:rPr>
              <a:t>Approval Criteria: </a:t>
            </a:r>
            <a:r>
              <a:rPr lang="en-US" sz="1050">
                <a:latin typeface="Poppins" panose="00000500000000000000" pitchFamily="2" charset="0"/>
                <a:cs typeface="Poppins" panose="00000500000000000000" pitchFamily="2" charset="0"/>
              </a:rPr>
              <a:t>formal sign-off from: Business Owner, IT and Project Manager</a:t>
            </a:r>
          </a:p>
        </p:txBody>
      </p:sp>
      <p:cxnSp>
        <p:nvCxnSpPr>
          <p:cNvPr id="57" name="Straight Connector 56">
            <a:extLst>
              <a:ext uri="{FF2B5EF4-FFF2-40B4-BE49-F238E27FC236}">
                <a16:creationId xmlns:a16="http://schemas.microsoft.com/office/drawing/2014/main" id="{F14E1FCA-5F5A-8085-D05D-35B2E50AF6B6}"/>
              </a:ext>
            </a:extLst>
          </p:cNvPr>
          <p:cNvCxnSpPr>
            <a:cxnSpLocks/>
          </p:cNvCxnSpPr>
          <p:nvPr/>
        </p:nvCxnSpPr>
        <p:spPr>
          <a:xfrm flipV="1">
            <a:off x="229831" y="2366561"/>
            <a:ext cx="5474324" cy="20793"/>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6F71C102-7507-53FD-8850-6886DD8B9ED7}"/>
              </a:ext>
            </a:extLst>
          </p:cNvPr>
          <p:cNvSpPr txBox="1"/>
          <p:nvPr/>
        </p:nvSpPr>
        <p:spPr>
          <a:xfrm>
            <a:off x="234342" y="2115347"/>
            <a:ext cx="3923490" cy="261610"/>
          </a:xfrm>
          <a:prstGeom prst="rect">
            <a:avLst/>
          </a:prstGeom>
          <a:noFill/>
        </p:spPr>
        <p:txBody>
          <a:bodyPr wrap="square">
            <a:spAutoFit/>
          </a:bodyPr>
          <a:lstStyle/>
          <a:p>
            <a:r>
              <a:rPr lang="en-US" sz="1100" b="1">
                <a:latin typeface="Poppins" panose="00000500000000000000" pitchFamily="2" charset="0"/>
                <a:cs typeface="Poppins" panose="00000500000000000000" pitchFamily="2" charset="0"/>
              </a:rPr>
              <a:t>Defect Management – Severity Definition</a:t>
            </a:r>
            <a:endParaRPr lang="en-GB" sz="1100" b="1">
              <a:latin typeface="Poppins" panose="00000500000000000000" pitchFamily="2" charset="0"/>
              <a:cs typeface="Poppins" panose="00000500000000000000" pitchFamily="2" charset="0"/>
            </a:endParaRPr>
          </a:p>
        </p:txBody>
      </p:sp>
      <p:sp>
        <p:nvSpPr>
          <p:cNvPr id="59" name="TextBox 58">
            <a:extLst>
              <a:ext uri="{FF2B5EF4-FFF2-40B4-BE49-F238E27FC236}">
                <a16:creationId xmlns:a16="http://schemas.microsoft.com/office/drawing/2014/main" id="{9D290063-38A9-C63C-2C2D-46DAFD4FDDFF}"/>
              </a:ext>
            </a:extLst>
          </p:cNvPr>
          <p:cNvSpPr txBox="1"/>
          <p:nvPr/>
        </p:nvSpPr>
        <p:spPr>
          <a:xfrm>
            <a:off x="1018007" y="2506868"/>
            <a:ext cx="4311883" cy="553998"/>
          </a:xfrm>
          <a:prstGeom prst="rect">
            <a:avLst/>
          </a:prstGeom>
          <a:noFill/>
        </p:spPr>
        <p:txBody>
          <a:bodyPr wrap="square">
            <a:spAutoFit/>
          </a:bodyPr>
          <a:lstStyle/>
          <a:p>
            <a:endParaRPr lang="en-US" sz="1000">
              <a:solidFill>
                <a:schemeClr val="tx1">
                  <a:lumMod val="75000"/>
                  <a:lumOff val="25000"/>
                </a:schemeClr>
              </a:solidFill>
              <a:latin typeface="Poppins" panose="00000500000000000000" pitchFamily="2" charset="0"/>
              <a:cs typeface="Poppins" panose="00000500000000000000" pitchFamily="2" charset="0"/>
            </a:endParaRPr>
          </a:p>
          <a:p>
            <a:r>
              <a:rPr lang="en-US" sz="1000">
                <a:solidFill>
                  <a:schemeClr val="tx1">
                    <a:lumMod val="75000"/>
                    <a:lumOff val="25000"/>
                  </a:schemeClr>
                </a:solidFill>
                <a:latin typeface="Poppins" panose="00000500000000000000" pitchFamily="2" charset="0"/>
                <a:cs typeface="Poppins" panose="00000500000000000000" pitchFamily="2" charset="0"/>
              </a:rPr>
              <a:t>. </a:t>
            </a:r>
            <a:endParaRPr lang="en-US" sz="1000" b="1">
              <a:solidFill>
                <a:schemeClr val="tx1">
                  <a:lumMod val="75000"/>
                  <a:lumOff val="25000"/>
                </a:schemeClr>
              </a:solidFill>
              <a:latin typeface="Poppins" panose="00000500000000000000" pitchFamily="2" charset="0"/>
              <a:cs typeface="Poppins" panose="00000500000000000000" pitchFamily="2" charset="0"/>
            </a:endParaRPr>
          </a:p>
          <a:p>
            <a:endParaRPr lang="en-US" sz="1000" b="1">
              <a:solidFill>
                <a:schemeClr val="tx1">
                  <a:lumMod val="75000"/>
                  <a:lumOff val="25000"/>
                </a:schemeClr>
              </a:solidFill>
              <a:latin typeface="Poppins" panose="00000500000000000000" pitchFamily="2" charset="0"/>
              <a:cs typeface="Poppins" panose="00000500000000000000" pitchFamily="2" charset="0"/>
            </a:endParaRPr>
          </a:p>
        </p:txBody>
      </p:sp>
      <p:graphicFrame>
        <p:nvGraphicFramePr>
          <p:cNvPr id="60" name="Table 59">
            <a:extLst>
              <a:ext uri="{FF2B5EF4-FFF2-40B4-BE49-F238E27FC236}">
                <a16:creationId xmlns:a16="http://schemas.microsoft.com/office/drawing/2014/main" id="{665BD96F-B5A3-FAE0-6562-984851CE141D}"/>
              </a:ext>
            </a:extLst>
          </p:cNvPr>
          <p:cNvGraphicFramePr>
            <a:graphicFrameLocks noGrp="1"/>
          </p:cNvGraphicFramePr>
          <p:nvPr>
            <p:extLst>
              <p:ext uri="{D42A27DB-BD31-4B8C-83A1-F6EECF244321}">
                <p14:modId xmlns:p14="http://schemas.microsoft.com/office/powerpoint/2010/main" val="253454350"/>
              </p:ext>
            </p:extLst>
          </p:nvPr>
        </p:nvGraphicFramePr>
        <p:xfrm>
          <a:off x="449715" y="2414730"/>
          <a:ext cx="4935087" cy="1707054"/>
        </p:xfrm>
        <a:graphic>
          <a:graphicData uri="http://schemas.openxmlformats.org/drawingml/2006/table">
            <a:tbl>
              <a:tblPr bandRow="1">
                <a:tableStyleId>{5940675A-B579-460E-94D1-54222C63F5DA}</a:tableStyleId>
              </a:tblPr>
              <a:tblGrid>
                <a:gridCol w="1665409">
                  <a:extLst>
                    <a:ext uri="{9D8B030D-6E8A-4147-A177-3AD203B41FA5}">
                      <a16:colId xmlns:a16="http://schemas.microsoft.com/office/drawing/2014/main" val="2079601636"/>
                    </a:ext>
                  </a:extLst>
                </a:gridCol>
                <a:gridCol w="3269678">
                  <a:extLst>
                    <a:ext uri="{9D8B030D-6E8A-4147-A177-3AD203B41FA5}">
                      <a16:colId xmlns:a16="http://schemas.microsoft.com/office/drawing/2014/main" val="2341566750"/>
                    </a:ext>
                  </a:extLst>
                </a:gridCol>
              </a:tblGrid>
              <a:tr h="227694">
                <a:tc>
                  <a:txBody>
                    <a:bodyPr/>
                    <a:lstStyle/>
                    <a:p>
                      <a:r>
                        <a:rPr lang="en-GB" sz="1050" b="1">
                          <a:solidFill>
                            <a:schemeClr val="tx1">
                              <a:lumMod val="75000"/>
                              <a:lumOff val="25000"/>
                            </a:schemeClr>
                          </a:solidFill>
                          <a:latin typeface="Poppins" panose="00000500000000000000" pitchFamily="2" charset="0"/>
                          <a:cs typeface="Poppins" panose="00000500000000000000" pitchFamily="2" charset="0"/>
                        </a:rPr>
                        <a:t>Critical</a:t>
                      </a:r>
                    </a:p>
                  </a:txBody>
                  <a:tcPr marL="45720" marR="4572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buNone/>
                      </a:pPr>
                      <a:r>
                        <a:rPr lang="en-US" sz="1050" b="0" i="0">
                          <a:solidFill>
                            <a:srgbClr val="000000"/>
                          </a:solidFill>
                          <a:effectLst/>
                          <a:latin typeface="Poppins" panose="00000500000000000000" pitchFamily="2" charset="0"/>
                          <a:cs typeface="Poppins" panose="00000500000000000000" pitchFamily="2" charset="0"/>
                        </a:rPr>
                        <a:t>Prevents core functionality; data corruption; system crash</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402949145"/>
                  </a:ext>
                </a:extLst>
              </a:tr>
              <a:tr h="442047">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050" b="1">
                          <a:solidFill>
                            <a:schemeClr val="tx1">
                              <a:lumMod val="75000"/>
                              <a:lumOff val="25000"/>
                            </a:schemeClr>
                          </a:solidFill>
                          <a:latin typeface="Poppins" panose="00000500000000000000" pitchFamily="2" charset="0"/>
                          <a:cs typeface="Poppins" panose="00000500000000000000" pitchFamily="2" charset="0"/>
                        </a:rPr>
                        <a:t>High</a:t>
                      </a:r>
                    </a:p>
                  </a:txBody>
                  <a:tcPr marL="45720" marR="4572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buNone/>
                      </a:pPr>
                      <a:r>
                        <a:rPr lang="en-US" sz="1050" b="0" i="0">
                          <a:solidFill>
                            <a:srgbClr val="000000"/>
                          </a:solidFill>
                          <a:effectLst/>
                          <a:latin typeface="Poppins" panose="00000500000000000000" pitchFamily="2" charset="0"/>
                          <a:cs typeface="Poppins" panose="00000500000000000000" pitchFamily="2" charset="0"/>
                        </a:rPr>
                        <a:t>Major functionality impacted; workaround exists but inefficient; incorrect calculations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794608"/>
                  </a:ext>
                </a:extLst>
              </a:tr>
              <a:tr h="442047">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50" b="1" i="0">
                          <a:solidFill>
                            <a:srgbClr val="000000"/>
                          </a:solidFill>
                          <a:effectLst/>
                          <a:latin typeface="Poppins" panose="00000500000000000000" pitchFamily="2" charset="0"/>
                          <a:cs typeface="Poppins" panose="00000500000000000000" pitchFamily="2" charset="0"/>
                        </a:rPr>
                        <a:t>Medium</a:t>
                      </a:r>
                      <a:endParaRPr lang="en-GB" sz="1050" b="1">
                        <a:solidFill>
                          <a:schemeClr val="tx1">
                            <a:lumMod val="75000"/>
                            <a:lumOff val="25000"/>
                          </a:schemeClr>
                        </a:solidFill>
                        <a:latin typeface="Poppins" panose="00000500000000000000" pitchFamily="2" charset="0"/>
                        <a:cs typeface="Poppins" panose="00000500000000000000" pitchFamily="2" charset="0"/>
                      </a:endParaRPr>
                    </a:p>
                  </a:txBody>
                  <a:tcPr marL="45720" marR="4572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buNone/>
                      </a:pPr>
                      <a:r>
                        <a:rPr lang="en-US" sz="1050" b="0" i="0">
                          <a:solidFill>
                            <a:srgbClr val="000000"/>
                          </a:solidFill>
                          <a:effectLst/>
                          <a:latin typeface="Poppins" panose="00000500000000000000" pitchFamily="2" charset="0"/>
                          <a:cs typeface="Poppins" panose="00000500000000000000" pitchFamily="2" charset="0"/>
                        </a:rPr>
                        <a:t>Minor functionality issue; cosmetic errors; performance degradation</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827615695"/>
                  </a:ext>
                </a:extLst>
              </a:tr>
              <a:tr h="370226">
                <a:tc>
                  <a:txBody>
                    <a:bodyPr/>
                    <a:lstStyle/>
                    <a:p>
                      <a:r>
                        <a:rPr lang="en-US" sz="1050" b="1" i="0">
                          <a:solidFill>
                            <a:srgbClr val="000000"/>
                          </a:solidFill>
                          <a:effectLst/>
                          <a:latin typeface="Poppins" panose="00000500000000000000" pitchFamily="2" charset="0"/>
                          <a:cs typeface="Poppins" panose="00000500000000000000" pitchFamily="2" charset="0"/>
                        </a:rPr>
                        <a:t>Low</a:t>
                      </a:r>
                      <a:endParaRPr lang="en-GB" sz="1050" b="1">
                        <a:solidFill>
                          <a:schemeClr val="tx1">
                            <a:lumMod val="75000"/>
                            <a:lumOff val="25000"/>
                          </a:schemeClr>
                        </a:solidFill>
                        <a:latin typeface="Poppins" panose="00000500000000000000" pitchFamily="2" charset="0"/>
                        <a:cs typeface="Poppins" panose="00000500000000000000" pitchFamily="2" charset="0"/>
                      </a:endParaRPr>
                    </a:p>
                  </a:txBody>
                  <a:tcPr marL="45720" marR="4572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rtl="0">
                        <a:lnSpc>
                          <a:spcPct val="100000"/>
                        </a:lnSpc>
                        <a:spcBef>
                          <a:spcPts val="300"/>
                        </a:spcBef>
                        <a:spcAft>
                          <a:spcPts val="0"/>
                        </a:spcAft>
                        <a:buClr>
                          <a:srgbClr val="000000"/>
                        </a:buClr>
                        <a:buSzPts val="800"/>
                        <a:buFont typeface="Arial"/>
                        <a:buNone/>
                      </a:pPr>
                      <a:r>
                        <a:rPr lang="en-US" sz="1050" b="0" i="0">
                          <a:solidFill>
                            <a:srgbClr val="000000"/>
                          </a:solidFill>
                          <a:effectLst/>
                          <a:latin typeface="Poppins" panose="00000500000000000000" pitchFamily="2" charset="0"/>
                          <a:cs typeface="Poppins" panose="00000500000000000000" pitchFamily="2" charset="0"/>
                        </a:rPr>
                        <a:t>Minor cosmetic issues; documentation errors; usability suggestions</a:t>
                      </a:r>
                      <a:endParaRPr lang="en-GB" sz="1050" i="0" u="none" strike="noStrike">
                        <a:solidFill>
                          <a:schemeClr val="tx1">
                            <a:lumMod val="75000"/>
                            <a:lumOff val="25000"/>
                          </a:schemeClr>
                        </a:solidFill>
                        <a:effectLst/>
                        <a:latin typeface="Poppins" panose="00000500000000000000" pitchFamily="2" charset="0"/>
                        <a:cs typeface="Poppins" panose="00000500000000000000" pitchFamily="2" charset="0"/>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264402986"/>
                  </a:ext>
                </a:extLst>
              </a:tr>
            </a:tbl>
          </a:graphicData>
        </a:graphic>
      </p:graphicFrame>
      <p:sp>
        <p:nvSpPr>
          <p:cNvPr id="61" name="Rectangle 60">
            <a:extLst>
              <a:ext uri="{FF2B5EF4-FFF2-40B4-BE49-F238E27FC236}">
                <a16:creationId xmlns:a16="http://schemas.microsoft.com/office/drawing/2014/main" id="{D2DEFEF6-CBEE-221E-06E9-AE69B557507A}"/>
              </a:ext>
            </a:extLst>
          </p:cNvPr>
          <p:cNvSpPr/>
          <p:nvPr/>
        </p:nvSpPr>
        <p:spPr>
          <a:xfrm>
            <a:off x="6223494" y="976978"/>
            <a:ext cx="5423811" cy="327656"/>
          </a:xfrm>
          <a:prstGeom prst="rect">
            <a:avLst/>
          </a:prstGeom>
          <a:solidFill>
            <a:schemeClr val="accent1"/>
          </a:solidFill>
          <a:ln w="38100" cap="flat" cmpd="sng">
            <a:noFill/>
            <a:prstDash val="solid"/>
            <a:round/>
            <a:headEnd type="none" w="sm" len="sm"/>
            <a:tailEnd type="none" w="sm" len="sm"/>
          </a:ln>
          <a:effectLst>
            <a:outerShdw blurRad="50800" dist="38100" dir="18900000" algn="bl" rotWithShape="0">
              <a:prstClr val="black">
                <a:alpha val="2000"/>
              </a:prstClr>
            </a:outerShdw>
          </a:effectLst>
        </p:spPr>
        <p:txBody>
          <a:bodyPr spcFirstLastPara="1" wrap="square" lIns="68575" tIns="34275" rIns="68575" bIns="34275" anchor="ctr" anchorCtr="0">
            <a:noAutofit/>
          </a:bodyPr>
          <a:lstStyle/>
          <a:p>
            <a:pPr marL="0" marR="0" lvl="0" indent="0" algn="ctr" defTabSz="914400" eaLnBrk="1" latinLnBrk="0" hangingPunct="1">
              <a:lnSpc>
                <a:spcPct val="90000"/>
              </a:lnSpc>
              <a:spcBef>
                <a:spcPts val="0"/>
              </a:spcBef>
              <a:spcAft>
                <a:spcPts val="600"/>
              </a:spcAft>
              <a:buClr>
                <a:srgbClr val="000000"/>
              </a:buClr>
              <a:buSzPts val="800"/>
              <a:buFont typeface="Arial"/>
              <a:buNone/>
              <a:tabLst/>
              <a:defRPr/>
            </a:pPr>
            <a:r>
              <a:rPr lang="en-US" sz="1100" b="1">
                <a:solidFill>
                  <a:schemeClr val="bg1"/>
                </a:solidFill>
                <a:latin typeface="Poppins" panose="00000500000000000000" pitchFamily="2" charset="0"/>
                <a:cs typeface="Poppins" panose="00000500000000000000" pitchFamily="2" charset="0"/>
                <a:sym typeface="Poppins"/>
              </a:rPr>
              <a:t>UAT Process</a:t>
            </a:r>
            <a:endParaRPr lang="en-GB" sz="1100" b="1">
              <a:solidFill>
                <a:schemeClr val="bg1"/>
              </a:solidFill>
              <a:latin typeface="Poppins" panose="00000500000000000000" pitchFamily="2" charset="0"/>
              <a:cs typeface="Poppins" panose="00000500000000000000" pitchFamily="2" charset="0"/>
              <a:sym typeface="Poppins"/>
            </a:endParaRPr>
          </a:p>
        </p:txBody>
      </p:sp>
      <p:sp>
        <p:nvSpPr>
          <p:cNvPr id="65" name="Freeform 64">
            <a:extLst>
              <a:ext uri="{FF2B5EF4-FFF2-40B4-BE49-F238E27FC236}">
                <a16:creationId xmlns:a16="http://schemas.microsoft.com/office/drawing/2014/main" id="{7C4B3BB9-B3B2-6AA2-7F9E-3842488C786D}"/>
              </a:ext>
            </a:extLst>
          </p:cNvPr>
          <p:cNvSpPr/>
          <p:nvPr/>
        </p:nvSpPr>
        <p:spPr>
          <a:xfrm>
            <a:off x="6199744" y="1791203"/>
            <a:ext cx="1697914" cy="700671"/>
          </a:xfrm>
          <a:custGeom>
            <a:avLst/>
            <a:gdLst>
              <a:gd name="connsiteX0" fmla="*/ 0 w 1992417"/>
              <a:gd name="connsiteY0" fmla="*/ 0 h 796967"/>
              <a:gd name="connsiteX1" fmla="*/ 1593934 w 1992417"/>
              <a:gd name="connsiteY1" fmla="*/ 0 h 796967"/>
              <a:gd name="connsiteX2" fmla="*/ 1992417 w 1992417"/>
              <a:gd name="connsiteY2" fmla="*/ 398484 h 796967"/>
              <a:gd name="connsiteX3" fmla="*/ 1593934 w 1992417"/>
              <a:gd name="connsiteY3" fmla="*/ 796967 h 796967"/>
              <a:gd name="connsiteX4" fmla="*/ 0 w 1992417"/>
              <a:gd name="connsiteY4" fmla="*/ 796967 h 796967"/>
              <a:gd name="connsiteX5" fmla="*/ 398484 w 1992417"/>
              <a:gd name="connsiteY5" fmla="*/ 398484 h 796967"/>
              <a:gd name="connsiteX6" fmla="*/ 0 w 1992417"/>
              <a:gd name="connsiteY6" fmla="*/ 0 h 796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2417" h="796967">
                <a:moveTo>
                  <a:pt x="0" y="0"/>
                </a:moveTo>
                <a:lnTo>
                  <a:pt x="1593934" y="0"/>
                </a:lnTo>
                <a:lnTo>
                  <a:pt x="1992417" y="398484"/>
                </a:lnTo>
                <a:lnTo>
                  <a:pt x="1593934" y="796967"/>
                </a:lnTo>
                <a:lnTo>
                  <a:pt x="0" y="796967"/>
                </a:lnTo>
                <a:lnTo>
                  <a:pt x="398484" y="398484"/>
                </a:lnTo>
                <a:lnTo>
                  <a:pt x="0" y="0"/>
                </a:lnTo>
                <a:close/>
              </a:path>
            </a:pathLst>
          </a:cu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38489" tIns="26670" rIns="411818" bIns="26670" numCol="1" spcCol="1270" anchor="ctr" anchorCtr="0">
            <a:noAutofit/>
          </a:bodyPr>
          <a:lstStyle/>
          <a:p>
            <a:pPr marL="0" lvl="0" indent="0" algn="ctr" defTabSz="444500">
              <a:lnSpc>
                <a:spcPct val="90000"/>
              </a:lnSpc>
              <a:spcBef>
                <a:spcPct val="0"/>
              </a:spcBef>
              <a:spcAft>
                <a:spcPct val="35000"/>
              </a:spcAft>
              <a:buNone/>
            </a:pPr>
            <a:r>
              <a:rPr lang="en-US" sz="900" b="1" kern="1200">
                <a:solidFill>
                  <a:schemeClr val="tx1"/>
                </a:solidFill>
                <a:latin typeface="Poppins" panose="00000500000000000000" pitchFamily="2" charset="0"/>
                <a:cs typeface="Poppins" panose="00000500000000000000" pitchFamily="2" charset="0"/>
              </a:rPr>
              <a:t>UAT </a:t>
            </a:r>
            <a:r>
              <a:rPr lang="en-US" sz="900" b="1">
                <a:solidFill>
                  <a:schemeClr val="tx1"/>
                </a:solidFill>
                <a:latin typeface="Poppins" panose="00000500000000000000" pitchFamily="2" charset="0"/>
                <a:cs typeface="Poppins" panose="00000500000000000000" pitchFamily="2" charset="0"/>
              </a:rPr>
              <a:t> Introduction </a:t>
            </a:r>
            <a:r>
              <a:rPr lang="en-US" sz="900" b="1" kern="1200">
                <a:solidFill>
                  <a:schemeClr val="tx1"/>
                </a:solidFill>
                <a:latin typeface="Poppins" panose="00000500000000000000" pitchFamily="2" charset="0"/>
                <a:cs typeface="Poppins" panose="00000500000000000000" pitchFamily="2" charset="0"/>
              </a:rPr>
              <a:t>Meeting</a:t>
            </a:r>
          </a:p>
        </p:txBody>
      </p:sp>
      <p:sp>
        <p:nvSpPr>
          <p:cNvPr id="66" name="TextBox 65">
            <a:extLst>
              <a:ext uri="{FF2B5EF4-FFF2-40B4-BE49-F238E27FC236}">
                <a16:creationId xmlns:a16="http://schemas.microsoft.com/office/drawing/2014/main" id="{DDE41141-8C35-896A-B543-877AE2AB5310}"/>
              </a:ext>
            </a:extLst>
          </p:cNvPr>
          <p:cNvSpPr txBox="1"/>
          <p:nvPr/>
        </p:nvSpPr>
        <p:spPr>
          <a:xfrm>
            <a:off x="8095716" y="1488338"/>
            <a:ext cx="890081" cy="261610"/>
          </a:xfrm>
          <a:prstGeom prst="rect">
            <a:avLst/>
          </a:prstGeom>
          <a:noFill/>
        </p:spPr>
        <p:txBody>
          <a:bodyPr wrap="square">
            <a:spAutoFit/>
          </a:bodyPr>
          <a:lstStyle/>
          <a:p>
            <a:r>
              <a:rPr lang="en-US" sz="1050" b="1">
                <a:latin typeface="Poppins" panose="00000500000000000000" pitchFamily="2" charset="0"/>
                <a:cs typeface="Poppins" panose="00000500000000000000" pitchFamily="2" charset="0"/>
              </a:rPr>
              <a:t>Overview</a:t>
            </a:r>
            <a:endParaRPr lang="en-GB" sz="1050" b="1">
              <a:latin typeface="Poppins" panose="00000500000000000000" pitchFamily="2" charset="0"/>
              <a:cs typeface="Poppins" panose="00000500000000000000" pitchFamily="2" charset="0"/>
            </a:endParaRPr>
          </a:p>
        </p:txBody>
      </p:sp>
      <p:sp>
        <p:nvSpPr>
          <p:cNvPr id="67" name="TextBox 66">
            <a:extLst>
              <a:ext uri="{FF2B5EF4-FFF2-40B4-BE49-F238E27FC236}">
                <a16:creationId xmlns:a16="http://schemas.microsoft.com/office/drawing/2014/main" id="{694BC448-6B9B-90C4-4209-C8D6FAF8680A}"/>
              </a:ext>
            </a:extLst>
          </p:cNvPr>
          <p:cNvSpPr txBox="1"/>
          <p:nvPr/>
        </p:nvSpPr>
        <p:spPr>
          <a:xfrm>
            <a:off x="10016754" y="1512204"/>
            <a:ext cx="890081" cy="261610"/>
          </a:xfrm>
          <a:prstGeom prst="rect">
            <a:avLst/>
          </a:prstGeom>
          <a:noFill/>
        </p:spPr>
        <p:txBody>
          <a:bodyPr wrap="square">
            <a:spAutoFit/>
          </a:bodyPr>
          <a:lstStyle/>
          <a:p>
            <a:r>
              <a:rPr lang="en-US" sz="1050" b="1">
                <a:latin typeface="Poppins" panose="00000500000000000000" pitchFamily="2" charset="0"/>
                <a:cs typeface="Poppins" panose="00000500000000000000" pitchFamily="2" charset="0"/>
              </a:rPr>
              <a:t>Who?</a:t>
            </a:r>
            <a:endParaRPr lang="en-GB" sz="1050" b="1">
              <a:latin typeface="Poppins" panose="00000500000000000000" pitchFamily="2" charset="0"/>
              <a:cs typeface="Poppins" panose="00000500000000000000" pitchFamily="2" charset="0"/>
            </a:endParaRPr>
          </a:p>
        </p:txBody>
      </p:sp>
      <p:sp>
        <p:nvSpPr>
          <p:cNvPr id="68" name="TextBox 67">
            <a:extLst>
              <a:ext uri="{FF2B5EF4-FFF2-40B4-BE49-F238E27FC236}">
                <a16:creationId xmlns:a16="http://schemas.microsoft.com/office/drawing/2014/main" id="{51DFFE73-4407-4C75-3380-BCAD19F2E5BC}"/>
              </a:ext>
            </a:extLst>
          </p:cNvPr>
          <p:cNvSpPr txBox="1"/>
          <p:nvPr/>
        </p:nvSpPr>
        <p:spPr>
          <a:xfrm>
            <a:off x="10893954" y="1489414"/>
            <a:ext cx="890081" cy="261610"/>
          </a:xfrm>
          <a:prstGeom prst="rect">
            <a:avLst/>
          </a:prstGeom>
          <a:noFill/>
        </p:spPr>
        <p:txBody>
          <a:bodyPr wrap="square">
            <a:spAutoFit/>
          </a:bodyPr>
          <a:lstStyle/>
          <a:p>
            <a:r>
              <a:rPr lang="en-US" sz="1050" b="1">
                <a:latin typeface="Poppins" panose="00000500000000000000" pitchFamily="2" charset="0"/>
                <a:cs typeface="Poppins" panose="00000500000000000000" pitchFamily="2" charset="0"/>
              </a:rPr>
              <a:t>How?</a:t>
            </a:r>
            <a:endParaRPr lang="en-GB" sz="1050" b="1">
              <a:latin typeface="Poppins" panose="00000500000000000000" pitchFamily="2" charset="0"/>
              <a:cs typeface="Poppins" panose="00000500000000000000" pitchFamily="2" charset="0"/>
            </a:endParaRPr>
          </a:p>
        </p:txBody>
      </p:sp>
      <p:sp>
        <p:nvSpPr>
          <p:cNvPr id="69" name="TextBox 68">
            <a:extLst>
              <a:ext uri="{FF2B5EF4-FFF2-40B4-BE49-F238E27FC236}">
                <a16:creationId xmlns:a16="http://schemas.microsoft.com/office/drawing/2014/main" id="{C518E365-CE97-EA30-4CC6-1E02D6FE6F49}"/>
              </a:ext>
            </a:extLst>
          </p:cNvPr>
          <p:cNvSpPr txBox="1"/>
          <p:nvPr/>
        </p:nvSpPr>
        <p:spPr>
          <a:xfrm>
            <a:off x="7948022" y="1858269"/>
            <a:ext cx="2219685" cy="738664"/>
          </a:xfrm>
          <a:prstGeom prst="rect">
            <a:avLst/>
          </a:prstGeom>
          <a:noFill/>
        </p:spPr>
        <p:txBody>
          <a:bodyPr wrap="square" lIns="91440" tIns="45720" rIns="91440" bIns="45720" anchor="t">
            <a:spAutoFit/>
          </a:bodyPr>
          <a:lstStyle/>
          <a:p>
            <a:r>
              <a:rPr lang="en-US" sz="1050">
                <a:solidFill>
                  <a:schemeClr val="tx1">
                    <a:lumMod val="75000"/>
                    <a:lumOff val="25000"/>
                  </a:schemeClr>
                </a:solidFill>
                <a:latin typeface="Poppins" panose="00000500000000000000" pitchFamily="2" charset="0"/>
                <a:cs typeface="Poppins" panose="00000500000000000000" pitchFamily="2" charset="0"/>
              </a:rPr>
              <a:t>Align objectives, confirm approach, assignees roles and review timeline</a:t>
            </a:r>
          </a:p>
          <a:p>
            <a:r>
              <a:rPr lang="en-US" sz="1050">
                <a:solidFill>
                  <a:schemeClr val="tx1">
                    <a:lumMod val="75000"/>
                    <a:lumOff val="25000"/>
                  </a:schemeClr>
                </a:solidFill>
                <a:latin typeface="Poppins"/>
                <a:cs typeface="Poppins"/>
              </a:rPr>
              <a:t>Date: July  06</a:t>
            </a:r>
            <a:endParaRPr lang="en-US" sz="1050">
              <a:solidFill>
                <a:schemeClr val="tx1">
                  <a:lumMod val="75000"/>
                  <a:lumOff val="25000"/>
                </a:schemeClr>
              </a:solidFill>
              <a:latin typeface="Poppins" panose="00000500000000000000" pitchFamily="2" charset="0"/>
              <a:cs typeface="Poppins" panose="00000500000000000000" pitchFamily="2" charset="0"/>
            </a:endParaRPr>
          </a:p>
        </p:txBody>
      </p:sp>
      <p:sp>
        <p:nvSpPr>
          <p:cNvPr id="70" name="TextBox 69">
            <a:extLst>
              <a:ext uri="{FF2B5EF4-FFF2-40B4-BE49-F238E27FC236}">
                <a16:creationId xmlns:a16="http://schemas.microsoft.com/office/drawing/2014/main" id="{A49B9F6A-E7D2-F10A-A217-E0D71B69FE2C}"/>
              </a:ext>
            </a:extLst>
          </p:cNvPr>
          <p:cNvSpPr txBox="1"/>
          <p:nvPr/>
        </p:nvSpPr>
        <p:spPr>
          <a:xfrm>
            <a:off x="9936716" y="1858269"/>
            <a:ext cx="980417" cy="415498"/>
          </a:xfrm>
          <a:prstGeom prst="rect">
            <a:avLst/>
          </a:prstGeom>
          <a:noFill/>
        </p:spPr>
        <p:txBody>
          <a:bodyPr wrap="square">
            <a:spAutoFit/>
          </a:bodyPr>
          <a:lstStyle/>
          <a:p>
            <a:r>
              <a:rPr lang="en-GB" sz="1050">
                <a:solidFill>
                  <a:schemeClr val="tx1">
                    <a:lumMod val="75000"/>
                    <a:lumOff val="25000"/>
                  </a:schemeClr>
                </a:solidFill>
                <a:latin typeface="Poppins" panose="00000500000000000000" pitchFamily="2" charset="0"/>
                <a:cs typeface="Poppins" panose="00000500000000000000" pitchFamily="2" charset="0"/>
              </a:rPr>
              <a:t>PMO &amp;</a:t>
            </a:r>
            <a:br>
              <a:rPr lang="en-GB" sz="1050">
                <a:solidFill>
                  <a:schemeClr val="tx1">
                    <a:lumMod val="75000"/>
                    <a:lumOff val="25000"/>
                  </a:schemeClr>
                </a:solidFill>
                <a:latin typeface="Poppins" panose="00000500000000000000" pitchFamily="2" charset="0"/>
                <a:cs typeface="Poppins" panose="00000500000000000000" pitchFamily="2" charset="0"/>
              </a:rPr>
            </a:br>
            <a:r>
              <a:rPr lang="en-GB" sz="1050">
                <a:solidFill>
                  <a:schemeClr val="tx1">
                    <a:lumMod val="75000"/>
                    <a:lumOff val="25000"/>
                  </a:schemeClr>
                </a:solidFill>
                <a:latin typeface="Poppins" panose="00000500000000000000" pitchFamily="2" charset="0"/>
                <a:cs typeface="Poppins" panose="00000500000000000000" pitchFamily="2" charset="0"/>
              </a:rPr>
              <a:t>Dev. team</a:t>
            </a:r>
          </a:p>
        </p:txBody>
      </p:sp>
      <p:sp>
        <p:nvSpPr>
          <p:cNvPr id="8" name="Freeform 7">
            <a:extLst>
              <a:ext uri="{FF2B5EF4-FFF2-40B4-BE49-F238E27FC236}">
                <a16:creationId xmlns:a16="http://schemas.microsoft.com/office/drawing/2014/main" id="{7F2901AC-B103-E980-9C7A-80D7BA0E2340}"/>
              </a:ext>
            </a:extLst>
          </p:cNvPr>
          <p:cNvSpPr/>
          <p:nvPr/>
        </p:nvSpPr>
        <p:spPr>
          <a:xfrm>
            <a:off x="6218981" y="2857663"/>
            <a:ext cx="1679409" cy="702000"/>
          </a:xfrm>
          <a:custGeom>
            <a:avLst/>
            <a:gdLst>
              <a:gd name="connsiteX0" fmla="*/ 0 w 1992417"/>
              <a:gd name="connsiteY0" fmla="*/ 0 h 796967"/>
              <a:gd name="connsiteX1" fmla="*/ 1593934 w 1992417"/>
              <a:gd name="connsiteY1" fmla="*/ 0 h 796967"/>
              <a:gd name="connsiteX2" fmla="*/ 1992417 w 1992417"/>
              <a:gd name="connsiteY2" fmla="*/ 398484 h 796967"/>
              <a:gd name="connsiteX3" fmla="*/ 1593934 w 1992417"/>
              <a:gd name="connsiteY3" fmla="*/ 796967 h 796967"/>
              <a:gd name="connsiteX4" fmla="*/ 0 w 1992417"/>
              <a:gd name="connsiteY4" fmla="*/ 796967 h 796967"/>
              <a:gd name="connsiteX5" fmla="*/ 398484 w 1992417"/>
              <a:gd name="connsiteY5" fmla="*/ 398484 h 796967"/>
              <a:gd name="connsiteX6" fmla="*/ 0 w 1992417"/>
              <a:gd name="connsiteY6" fmla="*/ 0 h 796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2417" h="796967">
                <a:moveTo>
                  <a:pt x="0" y="0"/>
                </a:moveTo>
                <a:lnTo>
                  <a:pt x="1593934" y="0"/>
                </a:lnTo>
                <a:lnTo>
                  <a:pt x="1992417" y="398484"/>
                </a:lnTo>
                <a:lnTo>
                  <a:pt x="1593934" y="796967"/>
                </a:lnTo>
                <a:lnTo>
                  <a:pt x="0" y="796967"/>
                </a:lnTo>
                <a:lnTo>
                  <a:pt x="398484" y="398484"/>
                </a:lnTo>
                <a:lnTo>
                  <a:pt x="0" y="0"/>
                </a:lnTo>
                <a:close/>
              </a:path>
            </a:pathLst>
          </a:cu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38489" tIns="26670" rIns="411818" bIns="26670" numCol="1" spcCol="1270" anchor="ctr" anchorCtr="0">
            <a:noAutofit/>
          </a:bodyPr>
          <a:lstStyle/>
          <a:p>
            <a:r>
              <a:rPr lang="en-US" sz="900" b="1">
                <a:solidFill>
                  <a:schemeClr val="tx1"/>
                </a:solidFill>
                <a:latin typeface="Poppins" panose="00000500000000000000" pitchFamily="2" charset="0"/>
                <a:cs typeface="Poppins" panose="00000500000000000000" pitchFamily="2" charset="0"/>
              </a:rPr>
              <a:t>Issue Review &amp; Resolution Sessions</a:t>
            </a:r>
          </a:p>
        </p:txBody>
      </p:sp>
      <p:sp>
        <p:nvSpPr>
          <p:cNvPr id="9" name="TextBox 8">
            <a:extLst>
              <a:ext uri="{FF2B5EF4-FFF2-40B4-BE49-F238E27FC236}">
                <a16:creationId xmlns:a16="http://schemas.microsoft.com/office/drawing/2014/main" id="{1F19B8A7-32A3-17F9-2AF1-C1C7ADC83B7B}"/>
              </a:ext>
            </a:extLst>
          </p:cNvPr>
          <p:cNvSpPr txBox="1"/>
          <p:nvPr/>
        </p:nvSpPr>
        <p:spPr>
          <a:xfrm>
            <a:off x="7944503" y="2857663"/>
            <a:ext cx="2025134" cy="577081"/>
          </a:xfrm>
          <a:prstGeom prst="rect">
            <a:avLst/>
          </a:prstGeom>
          <a:noFill/>
        </p:spPr>
        <p:txBody>
          <a:bodyPr wrap="square" lIns="91440" tIns="45720" rIns="91440" bIns="45720" anchor="t">
            <a:spAutoFit/>
          </a:bodyPr>
          <a:lstStyle/>
          <a:p>
            <a:r>
              <a:rPr lang="en-US" sz="1050">
                <a:latin typeface="Poppins" panose="00000500000000000000" pitchFamily="2" charset="0"/>
                <a:cs typeface="Poppins" panose="00000500000000000000" pitchFamily="2" charset="0"/>
              </a:rPr>
              <a:t>Discuss critical issues, agree on fixes and define retest plan, Twice per week</a:t>
            </a:r>
          </a:p>
        </p:txBody>
      </p:sp>
      <p:sp>
        <p:nvSpPr>
          <p:cNvPr id="10" name="TextBox 9">
            <a:extLst>
              <a:ext uri="{FF2B5EF4-FFF2-40B4-BE49-F238E27FC236}">
                <a16:creationId xmlns:a16="http://schemas.microsoft.com/office/drawing/2014/main" id="{B52B4F1E-6D2A-1605-0565-54DE0E8C1F98}"/>
              </a:ext>
            </a:extLst>
          </p:cNvPr>
          <p:cNvSpPr txBox="1"/>
          <p:nvPr/>
        </p:nvSpPr>
        <p:spPr>
          <a:xfrm>
            <a:off x="9943495" y="2925672"/>
            <a:ext cx="1217736" cy="415498"/>
          </a:xfrm>
          <a:prstGeom prst="rect">
            <a:avLst/>
          </a:prstGeom>
          <a:noFill/>
        </p:spPr>
        <p:txBody>
          <a:bodyPr wrap="square">
            <a:spAutoFit/>
          </a:bodyPr>
          <a:lstStyle/>
          <a:p>
            <a:r>
              <a:rPr lang="en-GB" sz="1050">
                <a:solidFill>
                  <a:schemeClr val="tx1">
                    <a:lumMod val="75000"/>
                    <a:lumOff val="25000"/>
                  </a:schemeClr>
                </a:solidFill>
                <a:latin typeface="Poppins" panose="00000500000000000000" pitchFamily="2" charset="0"/>
                <a:cs typeface="Poppins" panose="00000500000000000000" pitchFamily="2" charset="0"/>
              </a:rPr>
              <a:t>Dev team </a:t>
            </a:r>
          </a:p>
          <a:p>
            <a:r>
              <a:rPr lang="en-GB" sz="1050">
                <a:solidFill>
                  <a:schemeClr val="tx1">
                    <a:lumMod val="75000"/>
                    <a:lumOff val="25000"/>
                  </a:schemeClr>
                </a:solidFill>
                <a:latin typeface="Poppins" panose="00000500000000000000" pitchFamily="2" charset="0"/>
                <a:cs typeface="Poppins" panose="00000500000000000000" pitchFamily="2" charset="0"/>
              </a:rPr>
              <a:t>&amp; Key users </a:t>
            </a:r>
          </a:p>
        </p:txBody>
      </p:sp>
      <p:sp>
        <p:nvSpPr>
          <p:cNvPr id="11" name="TextBox 10">
            <a:extLst>
              <a:ext uri="{FF2B5EF4-FFF2-40B4-BE49-F238E27FC236}">
                <a16:creationId xmlns:a16="http://schemas.microsoft.com/office/drawing/2014/main" id="{9946B492-6E61-751D-60BD-FC9B1616A3A9}"/>
              </a:ext>
            </a:extLst>
          </p:cNvPr>
          <p:cNvSpPr txBox="1"/>
          <p:nvPr/>
        </p:nvSpPr>
        <p:spPr>
          <a:xfrm>
            <a:off x="10867678" y="2929558"/>
            <a:ext cx="819714" cy="415498"/>
          </a:xfrm>
          <a:prstGeom prst="rect">
            <a:avLst/>
          </a:prstGeom>
          <a:noFill/>
        </p:spPr>
        <p:txBody>
          <a:bodyPr wrap="square">
            <a:spAutoFit/>
          </a:bodyPr>
          <a:lstStyle/>
          <a:p>
            <a:r>
              <a:rPr lang="en-GB" sz="1050">
                <a:solidFill>
                  <a:schemeClr val="tx1">
                    <a:lumMod val="75000"/>
                    <a:lumOff val="25000"/>
                  </a:schemeClr>
                </a:solidFill>
                <a:latin typeface="Poppins" panose="00000500000000000000" pitchFamily="2" charset="0"/>
                <a:cs typeface="Poppins" panose="00000500000000000000" pitchFamily="2" charset="0"/>
              </a:rPr>
              <a:t>Review </a:t>
            </a:r>
          </a:p>
          <a:p>
            <a:r>
              <a:rPr lang="en-GB" sz="1050">
                <a:solidFill>
                  <a:schemeClr val="tx1">
                    <a:lumMod val="75000"/>
                    <a:lumOff val="25000"/>
                  </a:schemeClr>
                </a:solidFill>
                <a:latin typeface="Poppins" panose="00000500000000000000" pitchFamily="2" charset="0"/>
                <a:cs typeface="Poppins" panose="00000500000000000000" pitchFamily="2" charset="0"/>
              </a:rPr>
              <a:t>sessions</a:t>
            </a:r>
          </a:p>
        </p:txBody>
      </p:sp>
      <p:sp>
        <p:nvSpPr>
          <p:cNvPr id="16" name="Freeform 15">
            <a:extLst>
              <a:ext uri="{FF2B5EF4-FFF2-40B4-BE49-F238E27FC236}">
                <a16:creationId xmlns:a16="http://schemas.microsoft.com/office/drawing/2014/main" id="{26ED1CF1-538F-D136-7632-CC032DE32BAC}"/>
              </a:ext>
            </a:extLst>
          </p:cNvPr>
          <p:cNvSpPr/>
          <p:nvPr/>
        </p:nvSpPr>
        <p:spPr>
          <a:xfrm>
            <a:off x="6244295" y="4007734"/>
            <a:ext cx="1669110" cy="702000"/>
          </a:xfrm>
          <a:custGeom>
            <a:avLst/>
            <a:gdLst>
              <a:gd name="connsiteX0" fmla="*/ 0 w 1992417"/>
              <a:gd name="connsiteY0" fmla="*/ 0 h 796967"/>
              <a:gd name="connsiteX1" fmla="*/ 1593934 w 1992417"/>
              <a:gd name="connsiteY1" fmla="*/ 0 h 796967"/>
              <a:gd name="connsiteX2" fmla="*/ 1992417 w 1992417"/>
              <a:gd name="connsiteY2" fmla="*/ 398484 h 796967"/>
              <a:gd name="connsiteX3" fmla="*/ 1593934 w 1992417"/>
              <a:gd name="connsiteY3" fmla="*/ 796967 h 796967"/>
              <a:gd name="connsiteX4" fmla="*/ 0 w 1992417"/>
              <a:gd name="connsiteY4" fmla="*/ 796967 h 796967"/>
              <a:gd name="connsiteX5" fmla="*/ 398484 w 1992417"/>
              <a:gd name="connsiteY5" fmla="*/ 398484 h 796967"/>
              <a:gd name="connsiteX6" fmla="*/ 0 w 1992417"/>
              <a:gd name="connsiteY6" fmla="*/ 0 h 796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2417" h="796967">
                <a:moveTo>
                  <a:pt x="0" y="0"/>
                </a:moveTo>
                <a:lnTo>
                  <a:pt x="1593934" y="0"/>
                </a:lnTo>
                <a:lnTo>
                  <a:pt x="1992417" y="398484"/>
                </a:lnTo>
                <a:lnTo>
                  <a:pt x="1593934" y="796967"/>
                </a:lnTo>
                <a:lnTo>
                  <a:pt x="0" y="796967"/>
                </a:lnTo>
                <a:lnTo>
                  <a:pt x="398484" y="398484"/>
                </a:lnTo>
                <a:lnTo>
                  <a:pt x="0" y="0"/>
                </a:lnTo>
                <a:close/>
              </a:path>
            </a:pathLst>
          </a:cu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38489" tIns="26670" rIns="411818" bIns="26670" numCol="1" spcCol="1270" anchor="ctr" anchorCtr="0">
            <a:noAutofit/>
          </a:bodyPr>
          <a:lstStyle/>
          <a:p>
            <a:pPr lvl="0" algn="ctr" defTabSz="444500">
              <a:lnSpc>
                <a:spcPct val="90000"/>
              </a:lnSpc>
              <a:spcBef>
                <a:spcPct val="0"/>
              </a:spcBef>
              <a:spcAft>
                <a:spcPct val="35000"/>
              </a:spcAft>
            </a:pPr>
            <a:r>
              <a:rPr lang="en-US" sz="900" b="1" kern="1200">
                <a:solidFill>
                  <a:schemeClr val="tx1"/>
                </a:solidFill>
                <a:latin typeface="Poppins" panose="00000500000000000000" pitchFamily="2" charset="0"/>
                <a:cs typeface="Poppins" panose="00000500000000000000" pitchFamily="2" charset="0"/>
              </a:rPr>
              <a:t>Final Validation </a:t>
            </a:r>
            <a:r>
              <a:rPr lang="en-GB" sz="900" b="1">
                <a:solidFill>
                  <a:schemeClr val="tx1"/>
                </a:solidFill>
                <a:latin typeface="Poppins" panose="00000500000000000000" pitchFamily="2" charset="0"/>
                <a:cs typeface="Poppins" panose="00000500000000000000" pitchFamily="2" charset="0"/>
              </a:rPr>
              <a:t>&amp; Sign off</a:t>
            </a:r>
            <a:endParaRPr lang="en-US" sz="900" b="1" kern="1200">
              <a:solidFill>
                <a:schemeClr val="tx1"/>
              </a:solidFill>
              <a:latin typeface="Poppins" panose="00000500000000000000" pitchFamily="2" charset="0"/>
              <a:cs typeface="Poppins" panose="00000500000000000000" pitchFamily="2" charset="0"/>
            </a:endParaRPr>
          </a:p>
        </p:txBody>
      </p:sp>
      <p:sp>
        <p:nvSpPr>
          <p:cNvPr id="17" name="TextBox 16">
            <a:extLst>
              <a:ext uri="{FF2B5EF4-FFF2-40B4-BE49-F238E27FC236}">
                <a16:creationId xmlns:a16="http://schemas.microsoft.com/office/drawing/2014/main" id="{154E83A5-B711-624E-1203-866CAF335E61}"/>
              </a:ext>
            </a:extLst>
          </p:cNvPr>
          <p:cNvSpPr txBox="1"/>
          <p:nvPr/>
        </p:nvSpPr>
        <p:spPr>
          <a:xfrm>
            <a:off x="7969816" y="4007734"/>
            <a:ext cx="2025134" cy="900246"/>
          </a:xfrm>
          <a:prstGeom prst="rect">
            <a:avLst/>
          </a:prstGeom>
          <a:noFill/>
        </p:spPr>
        <p:txBody>
          <a:bodyPr wrap="square" lIns="91440" tIns="45720" rIns="91440" bIns="45720" anchor="t">
            <a:spAutoFit/>
          </a:bodyPr>
          <a:lstStyle/>
          <a:p>
            <a:r>
              <a:rPr lang="en-US" sz="1050">
                <a:solidFill>
                  <a:schemeClr val="tx1">
                    <a:lumMod val="75000"/>
                    <a:lumOff val="25000"/>
                  </a:schemeClr>
                </a:solidFill>
                <a:latin typeface="Poppins" panose="00000500000000000000" pitchFamily="2" charset="0"/>
                <a:cs typeface="Poppins" panose="00000500000000000000" pitchFamily="2" charset="0"/>
              </a:rPr>
              <a:t>Review Overall performance, confirm readiness and prepare sign-off</a:t>
            </a:r>
          </a:p>
          <a:p>
            <a:r>
              <a:rPr lang="en-US" sz="1050">
                <a:solidFill>
                  <a:schemeClr val="tx1">
                    <a:lumMod val="75000"/>
                    <a:lumOff val="25000"/>
                  </a:schemeClr>
                </a:solidFill>
                <a:latin typeface="Poppins"/>
                <a:cs typeface="Poppins"/>
              </a:rPr>
              <a:t>Date: Jul 20</a:t>
            </a:r>
          </a:p>
        </p:txBody>
      </p:sp>
      <p:sp>
        <p:nvSpPr>
          <p:cNvPr id="18" name="TextBox 17">
            <a:extLst>
              <a:ext uri="{FF2B5EF4-FFF2-40B4-BE49-F238E27FC236}">
                <a16:creationId xmlns:a16="http://schemas.microsoft.com/office/drawing/2014/main" id="{97E9CD07-C535-50F6-68EF-387372088799}"/>
              </a:ext>
            </a:extLst>
          </p:cNvPr>
          <p:cNvSpPr txBox="1"/>
          <p:nvPr/>
        </p:nvSpPr>
        <p:spPr>
          <a:xfrm>
            <a:off x="9958510" y="4007734"/>
            <a:ext cx="986728" cy="738664"/>
          </a:xfrm>
          <a:prstGeom prst="rect">
            <a:avLst/>
          </a:prstGeom>
          <a:noFill/>
        </p:spPr>
        <p:txBody>
          <a:bodyPr wrap="square">
            <a:spAutoFit/>
          </a:bodyPr>
          <a:lstStyle/>
          <a:p>
            <a:r>
              <a:rPr lang="en-GB" sz="1050">
                <a:solidFill>
                  <a:schemeClr val="tx1">
                    <a:lumMod val="75000"/>
                    <a:lumOff val="25000"/>
                  </a:schemeClr>
                </a:solidFill>
                <a:latin typeface="Poppins" panose="00000500000000000000" pitchFamily="2" charset="0"/>
                <a:cs typeface="Poppins" panose="00000500000000000000" pitchFamily="2" charset="0"/>
              </a:rPr>
              <a:t>PMO, Dev team </a:t>
            </a:r>
          </a:p>
          <a:p>
            <a:r>
              <a:rPr lang="en-GB" sz="1050">
                <a:solidFill>
                  <a:schemeClr val="tx1">
                    <a:lumMod val="75000"/>
                    <a:lumOff val="25000"/>
                  </a:schemeClr>
                </a:solidFill>
                <a:latin typeface="Poppins" panose="00000500000000000000" pitchFamily="2" charset="0"/>
                <a:cs typeface="Poppins" panose="00000500000000000000" pitchFamily="2" charset="0"/>
              </a:rPr>
              <a:t>&amp; Key users </a:t>
            </a:r>
          </a:p>
          <a:p>
            <a:endParaRPr lang="en-GB" sz="1050">
              <a:solidFill>
                <a:schemeClr val="tx1">
                  <a:lumMod val="75000"/>
                  <a:lumOff val="25000"/>
                </a:schemeClr>
              </a:solidFill>
              <a:latin typeface="Poppins" panose="00000500000000000000" pitchFamily="2" charset="0"/>
              <a:cs typeface="Poppins" panose="00000500000000000000" pitchFamily="2" charset="0"/>
            </a:endParaRPr>
          </a:p>
        </p:txBody>
      </p:sp>
      <p:sp>
        <p:nvSpPr>
          <p:cNvPr id="19" name="TextBox 18">
            <a:extLst>
              <a:ext uri="{FF2B5EF4-FFF2-40B4-BE49-F238E27FC236}">
                <a16:creationId xmlns:a16="http://schemas.microsoft.com/office/drawing/2014/main" id="{C103EBDC-09AF-6921-8B1D-13D27EB3682E}"/>
              </a:ext>
            </a:extLst>
          </p:cNvPr>
          <p:cNvSpPr txBox="1"/>
          <p:nvPr/>
        </p:nvSpPr>
        <p:spPr>
          <a:xfrm>
            <a:off x="10870170" y="4011619"/>
            <a:ext cx="809416" cy="415498"/>
          </a:xfrm>
          <a:prstGeom prst="rect">
            <a:avLst/>
          </a:prstGeom>
          <a:noFill/>
        </p:spPr>
        <p:txBody>
          <a:bodyPr wrap="square">
            <a:spAutoFit/>
          </a:bodyPr>
          <a:lstStyle/>
          <a:p>
            <a:r>
              <a:rPr lang="en-GB" sz="1050">
                <a:solidFill>
                  <a:schemeClr val="tx1">
                    <a:lumMod val="75000"/>
                    <a:lumOff val="25000"/>
                  </a:schemeClr>
                </a:solidFill>
                <a:latin typeface="Poppins" panose="00000500000000000000" pitchFamily="2" charset="0"/>
                <a:cs typeface="Poppins" panose="00000500000000000000" pitchFamily="2" charset="0"/>
              </a:rPr>
              <a:t>Sign off meeting</a:t>
            </a:r>
          </a:p>
        </p:txBody>
      </p:sp>
      <p:pic>
        <p:nvPicPr>
          <p:cNvPr id="5" name="Picture 2" descr="Envalior Engineering Materials | Distribuidor europeo | Nexeo Plastics">
            <a:extLst>
              <a:ext uri="{FF2B5EF4-FFF2-40B4-BE49-F238E27FC236}">
                <a16:creationId xmlns:a16="http://schemas.microsoft.com/office/drawing/2014/main" id="{63099396-1CE0-ED68-3F56-B63EB31163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46200" y="175270"/>
            <a:ext cx="1937166" cy="785308"/>
          </a:xfrm>
          <a:prstGeom prst="rect">
            <a:avLst/>
          </a:prstGeom>
          <a:noFill/>
          <a:extLst>
            <a:ext uri="{909E8E84-426E-40DD-AFC4-6F175D3DCCD1}">
              <a14:hiddenFill xmlns:a14="http://schemas.microsoft.com/office/drawing/2010/main">
                <a:solidFill>
                  <a:srgbClr val="FFFFFF"/>
                </a:solidFill>
              </a14:hiddenFill>
            </a:ext>
          </a:extLst>
        </p:spPr>
      </p:pic>
      <p:sp>
        <p:nvSpPr>
          <p:cNvPr id="6" name="Freeform 6">
            <a:extLst>
              <a:ext uri="{FF2B5EF4-FFF2-40B4-BE49-F238E27FC236}">
                <a16:creationId xmlns:a16="http://schemas.microsoft.com/office/drawing/2014/main" id="{9FC5A92F-C4F7-C76E-1436-7FBE2D892C7C}"/>
              </a:ext>
            </a:extLst>
          </p:cNvPr>
          <p:cNvSpPr/>
          <p:nvPr/>
        </p:nvSpPr>
        <p:spPr>
          <a:xfrm>
            <a:off x="11037655" y="147695"/>
            <a:ext cx="832337" cy="832337"/>
          </a:xfrm>
          <a:custGeom>
            <a:avLst/>
            <a:gdLst/>
            <a:ahLst/>
            <a:cxnLst/>
            <a:rect l="l" t="t" r="r" b="b"/>
            <a:pathLst>
              <a:path w="5343525" h="5343525">
                <a:moveTo>
                  <a:pt x="0" y="0"/>
                </a:moveTo>
                <a:lnTo>
                  <a:pt x="5343525" y="0"/>
                </a:lnTo>
                <a:lnTo>
                  <a:pt x="5343525" y="5343525"/>
                </a:lnTo>
                <a:lnTo>
                  <a:pt x="0" y="5343525"/>
                </a:lnTo>
                <a:lnTo>
                  <a:pt x="0" y="0"/>
                </a:lnTo>
                <a:close/>
              </a:path>
            </a:pathLst>
          </a:custGeom>
          <a:blipFill>
            <a:blip r:embed="rId4"/>
            <a:stretch>
              <a:fillRect r="-7903" b="-7903"/>
            </a:stretch>
          </a:blipFill>
        </p:spPr>
        <p:txBody>
          <a:bodyPr/>
          <a:lstStyle/>
          <a:p>
            <a:endParaRPr lang="en-GB"/>
          </a:p>
        </p:txBody>
      </p:sp>
      <p:sp>
        <p:nvSpPr>
          <p:cNvPr id="14" name="Rectángulo 13">
            <a:extLst>
              <a:ext uri="{FF2B5EF4-FFF2-40B4-BE49-F238E27FC236}">
                <a16:creationId xmlns:a16="http://schemas.microsoft.com/office/drawing/2014/main" id="{697EE36D-F162-B7CF-CAE6-C6DDF181DB01}"/>
              </a:ext>
            </a:extLst>
          </p:cNvPr>
          <p:cNvSpPr/>
          <p:nvPr/>
        </p:nvSpPr>
        <p:spPr>
          <a:xfrm>
            <a:off x="421267" y="579826"/>
            <a:ext cx="5674733" cy="467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l"/>
            <a:endParaRPr lang="es-CO" sz="1200"/>
          </a:p>
        </p:txBody>
      </p:sp>
    </p:spTree>
    <p:extLst>
      <p:ext uri="{BB962C8B-B14F-4D97-AF65-F5344CB8AC3E}">
        <p14:creationId xmlns:p14="http://schemas.microsoft.com/office/powerpoint/2010/main" val="2363387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544B4EF9-5834-AF77-61E2-88136FB3752E}"/>
              </a:ext>
            </a:extLst>
          </p:cNvPr>
          <p:cNvSpPr>
            <a:spLocks noGrp="1"/>
          </p:cNvSpPr>
          <p:nvPr>
            <p:ph type="title"/>
          </p:nvPr>
        </p:nvSpPr>
        <p:spPr/>
        <p:txBody>
          <a:bodyPr/>
          <a:lstStyle/>
          <a:p>
            <a:r>
              <a:rPr lang="en-US">
                <a:solidFill>
                  <a:srgbClr val="CCA23F"/>
                </a:solidFill>
              </a:rPr>
              <a:t>2.0 Agent Overview</a:t>
            </a:r>
            <a:endParaRPr lang="es-ES"/>
          </a:p>
        </p:txBody>
      </p:sp>
      <p:pic>
        <p:nvPicPr>
          <p:cNvPr id="4" name="Picture 2" descr="Envalior - SUSTAINABLE &amp; HIGH-PERFORMANCE ENGINEERING MATERIALS">
            <a:extLst>
              <a:ext uri="{FF2B5EF4-FFF2-40B4-BE49-F238E27FC236}">
                <a16:creationId xmlns:a16="http://schemas.microsoft.com/office/drawing/2014/main" id="{5941489B-8CD7-9C81-CD69-1658C1A2DF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51560" y="431320"/>
            <a:ext cx="1536346" cy="433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136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nvalior Engineering Materials | Distribuidor europeo | Nexeo Plastics">
            <a:extLst>
              <a:ext uri="{FF2B5EF4-FFF2-40B4-BE49-F238E27FC236}">
                <a16:creationId xmlns:a16="http://schemas.microsoft.com/office/drawing/2014/main" id="{6F992FEB-2085-37D1-5B40-31CEBEAF73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04135" y="308612"/>
            <a:ext cx="1937166" cy="785308"/>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8186;p1988">
            <a:extLst>
              <a:ext uri="{FF2B5EF4-FFF2-40B4-BE49-F238E27FC236}">
                <a16:creationId xmlns:a16="http://schemas.microsoft.com/office/drawing/2014/main" id="{02A1A868-EF9A-B202-1BB8-70D06E8B3C5A}"/>
              </a:ext>
            </a:extLst>
          </p:cNvPr>
          <p:cNvSpPr txBox="1"/>
          <p:nvPr/>
        </p:nvSpPr>
        <p:spPr>
          <a:xfrm>
            <a:off x="415575" y="709556"/>
            <a:ext cx="4729162" cy="155585"/>
          </a:xfrm>
          <a:prstGeom prst="rect">
            <a:avLst/>
          </a:prstGeom>
          <a:noFill/>
          <a:ln>
            <a:noFill/>
          </a:ln>
        </p:spPr>
        <p:txBody>
          <a:bodyPr spcFirstLastPara="1" wrap="square" lIns="0" tIns="0" rIns="0" bIns="91425" anchor="t" anchorCtr="0">
            <a:noAutofit/>
          </a:bodyPr>
          <a:lstStyle/>
          <a:p>
            <a:pPr defTabSz="914377"/>
            <a:r>
              <a:rPr lang="en-US" sz="1050" kern="0">
                <a:latin typeface="Poppins Light" pitchFamily="2" charset="77"/>
                <a:cs typeface="Poppins Light" pitchFamily="2" charset="77"/>
              </a:rPr>
              <a:t>Touchless Order Creation Agent (TOC)| OM</a:t>
            </a:r>
            <a:endParaRPr lang="en-US" sz="1050" kern="0">
              <a:latin typeface="Poppins Light" pitchFamily="2" charset="77"/>
              <a:cs typeface="Poppins Light" pitchFamily="2" charset="77"/>
              <a:sym typeface="Arial"/>
            </a:endParaRPr>
          </a:p>
          <a:p>
            <a:pPr defTabSz="914377"/>
            <a:endParaRPr lang="en-US" sz="1050" kern="0">
              <a:latin typeface="Poppins Light" pitchFamily="2" charset="77"/>
              <a:cs typeface="Poppins Light" pitchFamily="2" charset="77"/>
              <a:sym typeface="Poppins"/>
            </a:endParaRPr>
          </a:p>
        </p:txBody>
      </p:sp>
      <p:sp>
        <p:nvSpPr>
          <p:cNvPr id="7" name="Google Shape;767;p122">
            <a:extLst>
              <a:ext uri="{FF2B5EF4-FFF2-40B4-BE49-F238E27FC236}">
                <a16:creationId xmlns:a16="http://schemas.microsoft.com/office/drawing/2014/main" id="{CF58D4E8-CD4F-83C5-F77B-AD8914F6BA68}"/>
              </a:ext>
            </a:extLst>
          </p:cNvPr>
          <p:cNvSpPr txBox="1"/>
          <p:nvPr/>
        </p:nvSpPr>
        <p:spPr>
          <a:xfrm>
            <a:off x="415675" y="3088641"/>
            <a:ext cx="5255100" cy="2810976"/>
          </a:xfrm>
          <a:prstGeom prst="rect">
            <a:avLst/>
          </a:prstGeom>
          <a:noFill/>
          <a:ln>
            <a:noFill/>
          </a:ln>
        </p:spPr>
        <p:txBody>
          <a:bodyPr spcFirstLastPara="1" wrap="square" lIns="0" tIns="0" rIns="91425" bIns="0" anchor="t" anchorCtr="0">
            <a:noAutofit/>
          </a:bodyPr>
          <a:lstStyle/>
          <a:p>
            <a:r>
              <a:rPr lang="en-US" sz="1100"/>
              <a:t>The TOC Agent automates Sales Order creation using AI through five key steps:</a:t>
            </a:r>
            <a:br>
              <a:rPr lang="en-US" sz="1100"/>
            </a:br>
            <a:endParaRPr lang="en-US" sz="1100"/>
          </a:p>
          <a:p>
            <a:pPr marL="228600" indent="-228600">
              <a:buAutoNum type="arabicPeriod"/>
            </a:pPr>
            <a:r>
              <a:rPr lang="en-US" sz="1100"/>
              <a:t>Email Ingestion – Automatically captures PO emails and stores attachments.</a:t>
            </a:r>
          </a:p>
          <a:p>
            <a:pPr marL="228600" indent="-228600">
              <a:buAutoNum type="arabicPeriod"/>
            </a:pPr>
            <a:r>
              <a:rPr lang="en-US" sz="1100"/>
              <a:t>AI Extraction – OCR + LLM extracts PO details from multilingual documents.</a:t>
            </a:r>
          </a:p>
          <a:p>
            <a:pPr marL="228600" indent="-228600">
              <a:buAutoNum type="arabicPeriod"/>
            </a:pPr>
            <a:r>
              <a:rPr lang="en-US" sz="1100"/>
              <a:t>Master Data Matching – Resolves customer and material mappings using fuzzy matching.</a:t>
            </a:r>
          </a:p>
          <a:p>
            <a:pPr marL="228600" indent="-228600">
              <a:buAutoNum type="arabicPeriod"/>
            </a:pPr>
            <a:r>
              <a:rPr lang="en-US" sz="1100"/>
              <a:t>Business Rule Mapping – Applies SAP order rules and material conversions.</a:t>
            </a:r>
          </a:p>
          <a:p>
            <a:pPr marL="228600" indent="-228600">
              <a:buAutoNum type="arabicPeriod"/>
            </a:pPr>
            <a:r>
              <a:rPr lang="en-US" sz="1100"/>
              <a:t>SAP Order Creation – Validates data and creates Sales Orders automatically in SAP.</a:t>
            </a:r>
            <a:endParaRPr lang="en-IN" sz="1100"/>
          </a:p>
        </p:txBody>
      </p:sp>
      <p:sp>
        <p:nvSpPr>
          <p:cNvPr id="8" name="Google Shape;400;p46">
            <a:extLst>
              <a:ext uri="{FF2B5EF4-FFF2-40B4-BE49-F238E27FC236}">
                <a16:creationId xmlns:a16="http://schemas.microsoft.com/office/drawing/2014/main" id="{20604A88-6F40-C1D4-C8FF-B0B954685466}"/>
              </a:ext>
            </a:extLst>
          </p:cNvPr>
          <p:cNvSpPr txBox="1"/>
          <p:nvPr/>
        </p:nvSpPr>
        <p:spPr>
          <a:xfrm>
            <a:off x="415575" y="1229788"/>
            <a:ext cx="5224620" cy="1782457"/>
          </a:xfrm>
          <a:prstGeom prst="rect">
            <a:avLst/>
          </a:prstGeom>
          <a:noFill/>
          <a:ln>
            <a:noFill/>
          </a:ln>
        </p:spPr>
        <p:txBody>
          <a:bodyPr spcFirstLastPara="1" wrap="square" lIns="0" tIns="0" rIns="0" bIns="0" anchor="t" anchorCtr="0">
            <a:noAutofit/>
          </a:bodyPr>
          <a:lstStyle/>
          <a:p>
            <a:pPr marL="27940" algn="just" defTabSz="914377">
              <a:buClr>
                <a:srgbClr val="2C2A2A"/>
              </a:buClr>
              <a:buSzPts val="700"/>
              <a:defRPr/>
            </a:pPr>
            <a:endParaRPr lang="en-US" sz="1100" kern="0">
              <a:solidFill>
                <a:srgbClr val="010101"/>
              </a:solidFill>
              <a:latin typeface="Poppins" pitchFamily="2" charset="77"/>
              <a:cs typeface="Poppins" pitchFamily="2" charset="77"/>
            </a:endParaRPr>
          </a:p>
          <a:p>
            <a:r>
              <a:rPr lang="en-IN" sz="1100"/>
              <a:t>Organizations often struggle with inconsistent order processing across customers, regions, and languages. This lack of automation leads to Purchase Orders being entered manually into SAP, which traps operational capacity and introduces data errors. Multilingual POs (German, Chinese, Spanish) arrive in varying formats, making standardization difficult.</a:t>
            </a:r>
          </a:p>
          <a:p>
            <a:pPr marL="27940" defTabSz="914377">
              <a:buClr>
                <a:srgbClr val="2C2A2A"/>
              </a:buClr>
              <a:buSzPts val="700"/>
              <a:defRPr/>
            </a:pPr>
            <a:br>
              <a:rPr lang="en-US" sz="1100" kern="0">
                <a:latin typeface="Poppins"/>
                <a:cs typeface="Poppins"/>
              </a:rPr>
            </a:br>
            <a:endParaRPr lang="en-US" sz="1100" kern="0">
              <a:latin typeface="Poppins" pitchFamily="2" charset="77"/>
              <a:cs typeface="Poppins" pitchFamily="2" charset="77"/>
            </a:endParaRPr>
          </a:p>
        </p:txBody>
      </p:sp>
      <p:cxnSp>
        <p:nvCxnSpPr>
          <p:cNvPr id="9" name="Google Shape;401;p46">
            <a:extLst>
              <a:ext uri="{FF2B5EF4-FFF2-40B4-BE49-F238E27FC236}">
                <a16:creationId xmlns:a16="http://schemas.microsoft.com/office/drawing/2014/main" id="{02D20E7F-64A6-5E04-10FE-08CE2C067A28}"/>
              </a:ext>
            </a:extLst>
          </p:cNvPr>
          <p:cNvCxnSpPr>
            <a:cxnSpLocks/>
          </p:cNvCxnSpPr>
          <p:nvPr/>
        </p:nvCxnSpPr>
        <p:spPr>
          <a:xfrm>
            <a:off x="415575" y="1311111"/>
            <a:ext cx="5255200" cy="0"/>
          </a:xfrm>
          <a:prstGeom prst="straightConnector1">
            <a:avLst/>
          </a:prstGeom>
          <a:noFill/>
          <a:ln w="28575" cap="flat" cmpd="sng">
            <a:solidFill>
              <a:schemeClr val="accent1"/>
            </a:solidFill>
            <a:prstDash val="solid"/>
            <a:round/>
            <a:headEnd type="none" w="sm" len="sm"/>
            <a:tailEnd type="none" w="sm" len="sm"/>
          </a:ln>
        </p:spPr>
      </p:cxnSp>
      <p:sp>
        <p:nvSpPr>
          <p:cNvPr id="10" name="Google Shape;402;p46">
            <a:extLst>
              <a:ext uri="{FF2B5EF4-FFF2-40B4-BE49-F238E27FC236}">
                <a16:creationId xmlns:a16="http://schemas.microsoft.com/office/drawing/2014/main" id="{F323C89F-B314-9963-BC58-E16B0F3A9380}"/>
              </a:ext>
            </a:extLst>
          </p:cNvPr>
          <p:cNvSpPr txBox="1"/>
          <p:nvPr/>
        </p:nvSpPr>
        <p:spPr>
          <a:xfrm>
            <a:off x="415675" y="2737995"/>
            <a:ext cx="5255100" cy="215444"/>
          </a:xfrm>
          <a:prstGeom prst="rect">
            <a:avLst/>
          </a:prstGeom>
          <a:noFill/>
          <a:ln>
            <a:noFill/>
          </a:ln>
        </p:spPr>
        <p:txBody>
          <a:bodyPr spcFirstLastPara="1" wrap="square" lIns="0" tIns="0" rIns="0" bIns="0" anchor="b" anchorCtr="0">
            <a:spAutoFit/>
          </a:bodyPr>
          <a:lstStyle/>
          <a:p>
            <a:pPr defTabSz="914377">
              <a:buClr>
                <a:srgbClr val="FFFFFF"/>
              </a:buClr>
              <a:buSzPts val="1400"/>
            </a:pPr>
            <a:r>
              <a:rPr lang="en-US" sz="1400" b="1">
                <a:solidFill>
                  <a:srgbClr val="010101"/>
                </a:solidFill>
                <a:latin typeface="Poppins"/>
                <a:ea typeface="Poppins"/>
                <a:cs typeface="Poppins"/>
                <a:sym typeface="Poppins"/>
              </a:rPr>
              <a:t>Solution</a:t>
            </a:r>
            <a:endParaRPr sz="1400">
              <a:solidFill>
                <a:srgbClr val="000000"/>
              </a:solidFill>
              <a:latin typeface="Poppins"/>
              <a:ea typeface="Poppins"/>
              <a:cs typeface="Poppins"/>
              <a:sym typeface="Poppins"/>
            </a:endParaRPr>
          </a:p>
        </p:txBody>
      </p:sp>
      <p:cxnSp>
        <p:nvCxnSpPr>
          <p:cNvPr id="11" name="Google Shape;404;p46">
            <a:extLst>
              <a:ext uri="{FF2B5EF4-FFF2-40B4-BE49-F238E27FC236}">
                <a16:creationId xmlns:a16="http://schemas.microsoft.com/office/drawing/2014/main" id="{74C0BF75-EE02-35DB-1982-CD223B6156C4}"/>
              </a:ext>
            </a:extLst>
          </p:cNvPr>
          <p:cNvCxnSpPr>
            <a:cxnSpLocks/>
          </p:cNvCxnSpPr>
          <p:nvPr/>
        </p:nvCxnSpPr>
        <p:spPr>
          <a:xfrm>
            <a:off x="415675" y="3012245"/>
            <a:ext cx="5255100" cy="0"/>
          </a:xfrm>
          <a:prstGeom prst="straightConnector1">
            <a:avLst/>
          </a:prstGeom>
          <a:noFill/>
          <a:ln w="28575" cap="flat" cmpd="sng">
            <a:solidFill>
              <a:schemeClr val="accent1"/>
            </a:solidFill>
            <a:prstDash val="solid"/>
            <a:round/>
            <a:headEnd type="none" w="sm" len="sm"/>
            <a:tailEnd type="none" w="sm" len="sm"/>
          </a:ln>
        </p:spPr>
      </p:cxnSp>
      <p:sp>
        <p:nvSpPr>
          <p:cNvPr id="12" name="Google Shape;399;p46">
            <a:extLst>
              <a:ext uri="{FF2B5EF4-FFF2-40B4-BE49-F238E27FC236}">
                <a16:creationId xmlns:a16="http://schemas.microsoft.com/office/drawing/2014/main" id="{979FAE2B-01DA-16CF-6983-4D3392B17F1C}"/>
              </a:ext>
            </a:extLst>
          </p:cNvPr>
          <p:cNvSpPr txBox="1"/>
          <p:nvPr/>
        </p:nvSpPr>
        <p:spPr>
          <a:xfrm>
            <a:off x="415575" y="1043935"/>
            <a:ext cx="5255200" cy="215444"/>
          </a:xfrm>
          <a:prstGeom prst="rect">
            <a:avLst/>
          </a:prstGeom>
          <a:noFill/>
          <a:ln>
            <a:noFill/>
          </a:ln>
        </p:spPr>
        <p:txBody>
          <a:bodyPr spcFirstLastPara="1" wrap="square" lIns="0" tIns="0" rIns="0" bIns="0" anchor="b" anchorCtr="0">
            <a:spAutoFit/>
          </a:bodyPr>
          <a:lstStyle/>
          <a:p>
            <a:pPr defTabSz="914377">
              <a:buClr>
                <a:srgbClr val="FFFFFF"/>
              </a:buClr>
              <a:buSzPts val="1400"/>
            </a:pPr>
            <a:r>
              <a:rPr lang="en-US" sz="1400" b="1">
                <a:solidFill>
                  <a:srgbClr val="010101"/>
                </a:solidFill>
                <a:latin typeface="Poppins"/>
                <a:ea typeface="Poppins"/>
                <a:cs typeface="Poppins"/>
                <a:sym typeface="Poppins"/>
              </a:rPr>
              <a:t>Challenge</a:t>
            </a:r>
            <a:endParaRPr sz="1400" b="1">
              <a:solidFill>
                <a:srgbClr val="000000"/>
              </a:solidFill>
              <a:latin typeface="Poppins"/>
              <a:ea typeface="Poppins"/>
              <a:cs typeface="Poppins"/>
              <a:sym typeface="Poppins"/>
            </a:endParaRPr>
          </a:p>
        </p:txBody>
      </p:sp>
      <p:sp>
        <p:nvSpPr>
          <p:cNvPr id="21" name="Title 1">
            <a:extLst>
              <a:ext uri="{FF2B5EF4-FFF2-40B4-BE49-F238E27FC236}">
                <a16:creationId xmlns:a16="http://schemas.microsoft.com/office/drawing/2014/main" id="{C7B8AC0A-C5A3-6CA7-9550-17D30F249462}"/>
              </a:ext>
            </a:extLst>
          </p:cNvPr>
          <p:cNvSpPr txBox="1">
            <a:spLocks/>
          </p:cNvSpPr>
          <p:nvPr/>
        </p:nvSpPr>
        <p:spPr>
          <a:xfrm>
            <a:off x="333816" y="275770"/>
            <a:ext cx="2575639" cy="285769"/>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i="0" u="none" strike="noStrike">
                <a:solidFill>
                  <a:srgbClr val="000000"/>
                </a:solidFill>
                <a:effectLst/>
                <a:latin typeface="Poppins"/>
                <a:cs typeface="Poppins"/>
              </a:rPr>
              <a:t>Agent Overview </a:t>
            </a:r>
            <a:endParaRPr lang="en-US" sz="2000" b="1" kern="0">
              <a:latin typeface="Poppins"/>
              <a:cs typeface="Poppins"/>
            </a:endParaRPr>
          </a:p>
        </p:txBody>
      </p:sp>
      <p:pic>
        <p:nvPicPr>
          <p:cNvPr id="2" name="image1.png">
            <a:extLst>
              <a:ext uri="{FF2B5EF4-FFF2-40B4-BE49-F238E27FC236}">
                <a16:creationId xmlns:a16="http://schemas.microsoft.com/office/drawing/2014/main" id="{EBF68943-3D5C-F924-5A9A-996C20E95F81}"/>
              </a:ext>
            </a:extLst>
          </p:cNvPr>
          <p:cNvPicPr/>
          <p:nvPr/>
        </p:nvPicPr>
        <p:blipFill>
          <a:blip r:embed="rId3"/>
          <a:srcRect/>
          <a:stretch>
            <a:fillRect/>
          </a:stretch>
        </p:blipFill>
        <p:spPr>
          <a:xfrm>
            <a:off x="6198175" y="1259379"/>
            <a:ext cx="5341402" cy="3010337"/>
          </a:xfrm>
          <a:prstGeom prst="rect">
            <a:avLst/>
          </a:prstGeom>
          <a:ln>
            <a:noFill/>
          </a:ln>
          <a:effectLst>
            <a:outerShdw blurRad="190500" algn="tl" rotWithShape="0">
              <a:srgbClr val="000000">
                <a:alpha val="70000"/>
              </a:srgbClr>
            </a:outerShdw>
          </a:effectLst>
        </p:spPr>
      </p:pic>
      <p:sp>
        <p:nvSpPr>
          <p:cNvPr id="5" name="Google Shape;400;p46">
            <a:extLst>
              <a:ext uri="{FF2B5EF4-FFF2-40B4-BE49-F238E27FC236}">
                <a16:creationId xmlns:a16="http://schemas.microsoft.com/office/drawing/2014/main" id="{A68D4EDA-733F-F2D9-B257-F3C4F8F7B1B3}"/>
              </a:ext>
            </a:extLst>
          </p:cNvPr>
          <p:cNvSpPr txBox="1"/>
          <p:nvPr/>
        </p:nvSpPr>
        <p:spPr>
          <a:xfrm>
            <a:off x="6096000" y="4623351"/>
            <a:ext cx="5808597" cy="1782457"/>
          </a:xfrm>
          <a:prstGeom prst="rect">
            <a:avLst/>
          </a:prstGeom>
          <a:noFill/>
          <a:ln>
            <a:noFill/>
          </a:ln>
        </p:spPr>
        <p:txBody>
          <a:bodyPr spcFirstLastPara="1" wrap="square" lIns="0" tIns="0" rIns="0" bIns="0" anchor="t" anchorCtr="0">
            <a:noAutofit/>
          </a:bodyPr>
          <a:lstStyle/>
          <a:p>
            <a:pPr marL="27940" algn="just" defTabSz="914377">
              <a:buClr>
                <a:srgbClr val="2C2A2A"/>
              </a:buClr>
              <a:buSzPts val="700"/>
              <a:defRPr/>
            </a:pPr>
            <a:endParaRPr lang="en-US" sz="1100" kern="0">
              <a:solidFill>
                <a:srgbClr val="010101"/>
              </a:solidFill>
              <a:latin typeface="Poppins" pitchFamily="2" charset="77"/>
              <a:cs typeface="Poppins" pitchFamily="2" charset="77"/>
            </a:endParaRPr>
          </a:p>
          <a:p>
            <a:pPr marL="171450" lvl="0" indent="-171450">
              <a:buFont typeface="Arial" panose="020B0604020202020204" pitchFamily="34" charset="0"/>
              <a:buChar char="•"/>
            </a:pPr>
            <a:r>
              <a:rPr lang="en-IN" sz="1100" b="1"/>
              <a:t>Touchless Rate: </a:t>
            </a:r>
            <a:r>
              <a:rPr lang="en-IN" sz="1100"/>
              <a:t>Percentage of POs converted to SAP Sales Orders without any human intervention.</a:t>
            </a:r>
          </a:p>
          <a:p>
            <a:pPr marL="171450" lvl="0" indent="-171450">
              <a:buFont typeface="Arial" panose="020B0604020202020204" pitchFamily="34" charset="0"/>
              <a:buChar char="•"/>
            </a:pPr>
            <a:r>
              <a:rPr lang="en-IN" sz="1100" b="1"/>
              <a:t>Cycle Time: </a:t>
            </a:r>
            <a:r>
              <a:rPr lang="en-IN" sz="1100"/>
              <a:t>Time elapsed from email receipt to Sales Order creation</a:t>
            </a:r>
          </a:p>
          <a:p>
            <a:pPr marL="171450" lvl="0" indent="-171450">
              <a:buFont typeface="Arial" panose="020B0604020202020204" pitchFamily="34" charset="0"/>
              <a:buChar char="•"/>
            </a:pPr>
            <a:r>
              <a:rPr lang="en-IN" sz="1100" b="1"/>
              <a:t>Match Confidence: </a:t>
            </a:r>
            <a:r>
              <a:rPr lang="en-IN" sz="1100"/>
              <a:t>Fuzzy match score for Sold-To and Ship-To resolution</a:t>
            </a:r>
          </a:p>
          <a:p>
            <a:pPr marL="171450" lvl="0" indent="-171450">
              <a:buFont typeface="Arial" panose="020B0604020202020204" pitchFamily="34" charset="0"/>
              <a:buChar char="•"/>
            </a:pPr>
            <a:r>
              <a:rPr lang="en-IN" sz="1100" b="1"/>
              <a:t>Exception Rate: </a:t>
            </a:r>
            <a:r>
              <a:rPr lang="en-IN" sz="1100"/>
              <a:t>Percentage of POs routed to the Regional CS team for manual handling due to low AI confidence or missing mappings.</a:t>
            </a:r>
          </a:p>
          <a:p>
            <a:pPr marL="171450" lvl="0" indent="-171450">
              <a:buFont typeface="Arial" panose="020B0604020202020204" pitchFamily="34" charset="0"/>
              <a:buChar char="•"/>
            </a:pPr>
            <a:r>
              <a:rPr lang="en-IN" sz="1100" b="1"/>
              <a:t>Feedback Loop Improvement: </a:t>
            </a:r>
            <a:r>
              <a:rPr lang="en-IN" sz="1100"/>
              <a:t>Tracks how CS corrections update the alias knowledge base, increasing touchless success rate over time.</a:t>
            </a:r>
          </a:p>
          <a:p>
            <a:pPr marL="171450" indent="-171450">
              <a:buFont typeface="Arial" panose="020B0604020202020204" pitchFamily="34" charset="0"/>
              <a:buChar char="•"/>
            </a:pPr>
            <a:r>
              <a:rPr lang="en-IN" sz="1100" b="1"/>
              <a:t>Material Mapping Rate: </a:t>
            </a:r>
            <a:r>
              <a:rPr lang="en-IN" sz="1100"/>
              <a:t>Percentage of customer material numbers successfully cross-referenced to internal SAP material numbers via KNMT.</a:t>
            </a:r>
          </a:p>
          <a:p>
            <a:pPr marL="27940" defTabSz="914377">
              <a:buClr>
                <a:srgbClr val="2C2A2A"/>
              </a:buClr>
              <a:buSzPts val="700"/>
              <a:defRPr/>
            </a:pPr>
            <a:br>
              <a:rPr lang="en-US" sz="1100" kern="0">
                <a:latin typeface="Poppins"/>
                <a:cs typeface="Poppins"/>
              </a:rPr>
            </a:br>
            <a:endParaRPr lang="en-US" sz="1100" kern="0">
              <a:latin typeface="Poppins" pitchFamily="2" charset="77"/>
              <a:cs typeface="Poppins" pitchFamily="2" charset="77"/>
            </a:endParaRPr>
          </a:p>
        </p:txBody>
      </p:sp>
      <p:cxnSp>
        <p:nvCxnSpPr>
          <p:cNvPr id="13" name="Google Shape;401;p46">
            <a:extLst>
              <a:ext uri="{FF2B5EF4-FFF2-40B4-BE49-F238E27FC236}">
                <a16:creationId xmlns:a16="http://schemas.microsoft.com/office/drawing/2014/main" id="{C904F3D1-6756-647E-3E07-BD65B58FC1C5}"/>
              </a:ext>
            </a:extLst>
          </p:cNvPr>
          <p:cNvCxnSpPr>
            <a:cxnSpLocks/>
          </p:cNvCxnSpPr>
          <p:nvPr/>
        </p:nvCxnSpPr>
        <p:spPr>
          <a:xfrm>
            <a:off x="6096001" y="4733128"/>
            <a:ext cx="5738300" cy="0"/>
          </a:xfrm>
          <a:prstGeom prst="straightConnector1">
            <a:avLst/>
          </a:prstGeom>
          <a:noFill/>
          <a:ln w="28575" cap="flat" cmpd="sng">
            <a:solidFill>
              <a:schemeClr val="accent1"/>
            </a:solidFill>
            <a:prstDash val="solid"/>
            <a:round/>
            <a:headEnd type="none" w="sm" len="sm"/>
            <a:tailEnd type="none" w="sm" len="sm"/>
          </a:ln>
        </p:spPr>
      </p:cxnSp>
      <p:sp>
        <p:nvSpPr>
          <p:cNvPr id="14" name="Google Shape;399;p46">
            <a:extLst>
              <a:ext uri="{FF2B5EF4-FFF2-40B4-BE49-F238E27FC236}">
                <a16:creationId xmlns:a16="http://schemas.microsoft.com/office/drawing/2014/main" id="{49244154-B502-565E-FCD4-D9EC970551E2}"/>
              </a:ext>
            </a:extLst>
          </p:cNvPr>
          <p:cNvSpPr txBox="1"/>
          <p:nvPr/>
        </p:nvSpPr>
        <p:spPr>
          <a:xfrm>
            <a:off x="6096001" y="4465952"/>
            <a:ext cx="5255200" cy="215444"/>
          </a:xfrm>
          <a:prstGeom prst="rect">
            <a:avLst/>
          </a:prstGeom>
          <a:noFill/>
          <a:ln>
            <a:noFill/>
          </a:ln>
        </p:spPr>
        <p:txBody>
          <a:bodyPr spcFirstLastPara="1" wrap="square" lIns="0" tIns="0" rIns="0" bIns="0" anchor="b" anchorCtr="0">
            <a:spAutoFit/>
          </a:bodyPr>
          <a:lstStyle/>
          <a:p>
            <a:r>
              <a:rPr lang="en-IN" sz="1400" b="1"/>
              <a:t>Key Performance Indicators (KPIs)</a:t>
            </a:r>
            <a:endParaRPr lang="en-IN" sz="1400"/>
          </a:p>
        </p:txBody>
      </p:sp>
    </p:spTree>
    <p:extLst>
      <p:ext uri="{BB962C8B-B14F-4D97-AF65-F5344CB8AC3E}">
        <p14:creationId xmlns:p14="http://schemas.microsoft.com/office/powerpoint/2010/main" val="2893284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642FD-7F11-AE74-B09F-B44D3C342659}"/>
            </a:ext>
          </a:extLst>
        </p:cNvPr>
        <p:cNvGrpSpPr/>
        <p:nvPr/>
      </p:nvGrpSpPr>
      <p:grpSpPr>
        <a:xfrm>
          <a:off x="0" y="0"/>
          <a:ext cx="0" cy="0"/>
          <a:chOff x="0" y="0"/>
          <a:chExt cx="0" cy="0"/>
        </a:xfrm>
      </p:grpSpPr>
      <p:pic>
        <p:nvPicPr>
          <p:cNvPr id="4" name="Picture 2" descr="Envalior Engineering Materials | Distribuidor europeo | Nexeo Plastics">
            <a:extLst>
              <a:ext uri="{FF2B5EF4-FFF2-40B4-BE49-F238E27FC236}">
                <a16:creationId xmlns:a16="http://schemas.microsoft.com/office/drawing/2014/main" id="{C902C389-FA37-65D2-B952-CBE4EA5BE8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04135" y="308612"/>
            <a:ext cx="1937166" cy="785308"/>
          </a:xfrm>
          <a:prstGeom prst="rect">
            <a:avLst/>
          </a:prstGeom>
          <a:noFill/>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938680C6-9650-A94F-8314-1A57F5199E1B}"/>
              </a:ext>
            </a:extLst>
          </p:cNvPr>
          <p:cNvSpPr txBox="1">
            <a:spLocks/>
          </p:cNvSpPr>
          <p:nvPr/>
        </p:nvSpPr>
        <p:spPr>
          <a:xfrm>
            <a:off x="333816" y="290784"/>
            <a:ext cx="4388673" cy="270755"/>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a:latin typeface="Poppins"/>
                <a:cs typeface="Poppins"/>
              </a:rPr>
              <a:t>Process Flow for CSR </a:t>
            </a:r>
          </a:p>
        </p:txBody>
      </p:sp>
      <p:pic>
        <p:nvPicPr>
          <p:cNvPr id="2" name="Picture 1">
            <a:extLst>
              <a:ext uri="{FF2B5EF4-FFF2-40B4-BE49-F238E27FC236}">
                <a16:creationId xmlns:a16="http://schemas.microsoft.com/office/drawing/2014/main" id="{F421AFFC-ED5B-EABF-B965-F35A98A67F77}"/>
              </a:ext>
            </a:extLst>
          </p:cNvPr>
          <p:cNvPicPr>
            <a:picLocks noChangeAspect="1"/>
          </p:cNvPicPr>
          <p:nvPr/>
        </p:nvPicPr>
        <p:blipFill>
          <a:blip r:embed="rId3"/>
          <a:stretch>
            <a:fillRect/>
          </a:stretch>
        </p:blipFill>
        <p:spPr>
          <a:xfrm>
            <a:off x="0" y="1089525"/>
            <a:ext cx="12192000" cy="5520777"/>
          </a:xfrm>
          <a:prstGeom prst="rect">
            <a:avLst/>
          </a:prstGeom>
        </p:spPr>
      </p:pic>
    </p:spTree>
    <p:extLst>
      <p:ext uri="{BB962C8B-B14F-4D97-AF65-F5344CB8AC3E}">
        <p14:creationId xmlns:p14="http://schemas.microsoft.com/office/powerpoint/2010/main" val="778830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47">
            <a:extLst>
              <a:ext uri="{FF2B5EF4-FFF2-40B4-BE49-F238E27FC236}">
                <a16:creationId xmlns:a16="http://schemas.microsoft.com/office/drawing/2014/main" id="{D78B4FBB-FF6B-A05B-9E1E-65E8FFFFC2BD}"/>
              </a:ext>
            </a:extLst>
          </p:cNvPr>
          <p:cNvSpPr/>
          <p:nvPr/>
        </p:nvSpPr>
        <p:spPr>
          <a:xfrm>
            <a:off x="6370045" y="2961151"/>
            <a:ext cx="3469580" cy="1756915"/>
          </a:xfrm>
          <a:prstGeom prst="foldedCorner">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ctr"/>
          <a:lstStyle/>
          <a:p>
            <a:pPr algn="l"/>
            <a:endParaRPr lang="es-MX" sz="1200"/>
          </a:p>
        </p:txBody>
      </p:sp>
      <p:sp>
        <p:nvSpPr>
          <p:cNvPr id="14" name="Rectángulo 47">
            <a:extLst>
              <a:ext uri="{FF2B5EF4-FFF2-40B4-BE49-F238E27FC236}">
                <a16:creationId xmlns:a16="http://schemas.microsoft.com/office/drawing/2014/main" id="{391DF53E-35F1-1798-6204-51470D6FD5E8}"/>
              </a:ext>
            </a:extLst>
          </p:cNvPr>
          <p:cNvSpPr/>
          <p:nvPr/>
        </p:nvSpPr>
        <p:spPr>
          <a:xfrm>
            <a:off x="2127997" y="2937147"/>
            <a:ext cx="3488630" cy="1756915"/>
          </a:xfrm>
          <a:prstGeom prst="foldedCorner">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ctr"/>
          <a:lstStyle/>
          <a:p>
            <a:pPr algn="l"/>
            <a:endParaRPr lang="es-MX" sz="1200"/>
          </a:p>
        </p:txBody>
      </p:sp>
      <p:sp>
        <p:nvSpPr>
          <p:cNvPr id="2" name="Título 1">
            <a:extLst>
              <a:ext uri="{FF2B5EF4-FFF2-40B4-BE49-F238E27FC236}">
                <a16:creationId xmlns:a16="http://schemas.microsoft.com/office/drawing/2014/main" id="{0678CCB4-5FFE-4980-9993-4D7D996D0C09}"/>
              </a:ext>
            </a:extLst>
          </p:cNvPr>
          <p:cNvSpPr>
            <a:spLocks noGrp="1"/>
          </p:cNvSpPr>
          <p:nvPr>
            <p:ph type="title"/>
          </p:nvPr>
        </p:nvSpPr>
        <p:spPr>
          <a:xfrm>
            <a:off x="421268" y="329923"/>
            <a:ext cx="3554051" cy="219636"/>
          </a:xfrm>
        </p:spPr>
        <p:txBody>
          <a:bodyPr/>
          <a:lstStyle/>
          <a:p>
            <a:r>
              <a:rPr lang="es-MX" err="1"/>
              <a:t>Additional</a:t>
            </a:r>
            <a:r>
              <a:rPr lang="es-MX"/>
              <a:t> </a:t>
            </a:r>
            <a:r>
              <a:rPr lang="es-MX" err="1"/>
              <a:t>Support</a:t>
            </a:r>
          </a:p>
        </p:txBody>
      </p:sp>
      <p:sp>
        <p:nvSpPr>
          <p:cNvPr id="4" name="Google Shape;358;p50">
            <a:extLst>
              <a:ext uri="{FF2B5EF4-FFF2-40B4-BE49-F238E27FC236}">
                <a16:creationId xmlns:a16="http://schemas.microsoft.com/office/drawing/2014/main" id="{E9DAB9A9-F92D-517C-9765-84E13A6D8AA0}"/>
              </a:ext>
            </a:extLst>
          </p:cNvPr>
          <p:cNvSpPr txBox="1">
            <a:spLocks/>
          </p:cNvSpPr>
          <p:nvPr/>
        </p:nvSpPr>
        <p:spPr>
          <a:xfrm>
            <a:off x="2352375" y="3335433"/>
            <a:ext cx="3034695" cy="958472"/>
          </a:xfrm>
          <a:prstGeom prst="rect">
            <a:avLst/>
          </a:prstGeom>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spcAft>
                <a:spcPts val="600"/>
              </a:spcAft>
            </a:pPr>
            <a:r>
              <a:rPr lang="es-CO" b="1">
                <a:solidFill>
                  <a:schemeClr val="accent1"/>
                </a:solidFill>
              </a:rPr>
              <a:t>Christian </a:t>
            </a:r>
            <a:r>
              <a:rPr lang="es-CO" b="1" err="1">
                <a:solidFill>
                  <a:schemeClr val="accent1"/>
                </a:solidFill>
              </a:rPr>
              <a:t>Burwinkel</a:t>
            </a:r>
            <a:endParaRPr lang="en-US" sz="1400">
              <a:solidFill>
                <a:schemeClr val="tx1"/>
              </a:solidFill>
              <a:latin typeface="Poppins"/>
            </a:endParaRPr>
          </a:p>
          <a:p>
            <a:pPr algn="ctr">
              <a:spcAft>
                <a:spcPts val="600"/>
              </a:spcAft>
            </a:pPr>
            <a:r>
              <a:rPr lang="en-US" sz="1400" err="1">
                <a:solidFill>
                  <a:schemeClr val="tx1"/>
                </a:solidFill>
                <a:latin typeface="Poppins"/>
              </a:rPr>
              <a:t>Christian.Burwinkel@Envalior.com</a:t>
            </a:r>
            <a:endParaRPr lang="en-US" sz="1400">
              <a:latin typeface="Poppins"/>
              <a:cs typeface="Poppins"/>
            </a:endParaRPr>
          </a:p>
        </p:txBody>
      </p:sp>
      <p:sp>
        <p:nvSpPr>
          <p:cNvPr id="6" name="Google Shape;358;p50">
            <a:extLst>
              <a:ext uri="{FF2B5EF4-FFF2-40B4-BE49-F238E27FC236}">
                <a16:creationId xmlns:a16="http://schemas.microsoft.com/office/drawing/2014/main" id="{973EB4FC-BC66-6158-1E23-7D58D543505F}"/>
              </a:ext>
            </a:extLst>
          </p:cNvPr>
          <p:cNvSpPr txBox="1">
            <a:spLocks/>
          </p:cNvSpPr>
          <p:nvPr/>
        </p:nvSpPr>
        <p:spPr>
          <a:xfrm>
            <a:off x="6303358" y="3429000"/>
            <a:ext cx="3434745" cy="976125"/>
          </a:xfrm>
          <a:prstGeom prst="rect">
            <a:avLst/>
          </a:prstGeom>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spcAft>
                <a:spcPts val="600"/>
              </a:spcAft>
            </a:pPr>
            <a:r>
              <a:rPr lang="es-ES" sz="1600" b="1" err="1">
                <a:solidFill>
                  <a:srgbClr val="CCA33F"/>
                </a:solidFill>
                <a:latin typeface="Poppins"/>
                <a:cs typeface="Poppins"/>
              </a:rPr>
              <a:t>Atulya</a:t>
            </a:r>
            <a:r>
              <a:rPr lang="es-ES" sz="1600" b="1">
                <a:solidFill>
                  <a:srgbClr val="CCA33F"/>
                </a:solidFill>
                <a:latin typeface="Poppins"/>
                <a:cs typeface="Poppins"/>
              </a:rPr>
              <a:t> Deep</a:t>
            </a:r>
            <a:endParaRPr lang="es-MX"/>
          </a:p>
          <a:p>
            <a:pPr algn="ctr">
              <a:spcAft>
                <a:spcPts val="600"/>
              </a:spcAft>
            </a:pPr>
            <a:r>
              <a:rPr lang="en-US" sz="1400" err="1">
                <a:solidFill>
                  <a:schemeClr val="tx1"/>
                </a:solidFill>
                <a:latin typeface="Poppins" panose="00000500000000000000" pitchFamily="2" charset="0"/>
                <a:cs typeface="Poppins" panose="00000500000000000000" pitchFamily="2" charset="0"/>
              </a:rPr>
              <a:t>A.Deep@ofiservices.com</a:t>
            </a:r>
            <a:endParaRPr lang="en-US" sz="1400">
              <a:latin typeface="Poppins"/>
              <a:cs typeface="Poppins"/>
            </a:endParaRPr>
          </a:p>
        </p:txBody>
      </p:sp>
      <p:sp>
        <p:nvSpPr>
          <p:cNvPr id="8" name="Google Shape;358;p50">
            <a:extLst>
              <a:ext uri="{FF2B5EF4-FFF2-40B4-BE49-F238E27FC236}">
                <a16:creationId xmlns:a16="http://schemas.microsoft.com/office/drawing/2014/main" id="{A4E746AF-7888-0714-9464-65F20F8469B3}"/>
              </a:ext>
            </a:extLst>
          </p:cNvPr>
          <p:cNvSpPr txBox="1">
            <a:spLocks/>
          </p:cNvSpPr>
          <p:nvPr/>
        </p:nvSpPr>
        <p:spPr>
          <a:xfrm>
            <a:off x="420687" y="1193612"/>
            <a:ext cx="8747060" cy="823931"/>
          </a:xfrm>
          <a:prstGeom prst="rect">
            <a:avLst/>
          </a:prstGeom>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spcAft>
                <a:spcPts val="600"/>
              </a:spcAft>
            </a:pPr>
            <a:r>
              <a:rPr lang="en-US" sz="1400">
                <a:solidFill>
                  <a:schemeClr val="tx1"/>
                </a:solidFill>
                <a:latin typeface="Poppins"/>
                <a:cs typeface="Poppins"/>
              </a:rPr>
              <a:t>To ensure smooth operation and quick resolution of any problems, please refer to the appropriate contact below:</a:t>
            </a:r>
            <a:endParaRPr lang="es-MX" sz="1850">
              <a:solidFill>
                <a:schemeClr val="tx1"/>
              </a:solidFill>
            </a:endParaRPr>
          </a:p>
          <a:p>
            <a:pPr>
              <a:spcAft>
                <a:spcPts val="600"/>
              </a:spcAft>
            </a:pPr>
            <a:endParaRPr lang="en-US" sz="1400">
              <a:latin typeface="Poppins"/>
              <a:cs typeface="Poppins"/>
            </a:endParaRPr>
          </a:p>
        </p:txBody>
      </p:sp>
      <p:pic>
        <p:nvPicPr>
          <p:cNvPr id="18" name="Gráfico 17" descr="Information con relleno sólido">
            <a:extLst>
              <a:ext uri="{FF2B5EF4-FFF2-40B4-BE49-F238E27FC236}">
                <a16:creationId xmlns:a16="http://schemas.microsoft.com/office/drawing/2014/main" id="{9B0DC32E-E3E5-BE24-E0C3-63CC6CF1961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00777" y="250004"/>
            <a:ext cx="374542" cy="346405"/>
          </a:xfrm>
          <a:prstGeom prst="rect">
            <a:avLst/>
          </a:prstGeom>
        </p:spPr>
      </p:pic>
      <p:sp>
        <p:nvSpPr>
          <p:cNvPr id="19" name="Google Shape;358;p50">
            <a:extLst>
              <a:ext uri="{FF2B5EF4-FFF2-40B4-BE49-F238E27FC236}">
                <a16:creationId xmlns:a16="http://schemas.microsoft.com/office/drawing/2014/main" id="{DA17B926-191C-CD08-596A-F2461AF31F60}"/>
              </a:ext>
            </a:extLst>
          </p:cNvPr>
          <p:cNvSpPr txBox="1">
            <a:spLocks/>
          </p:cNvSpPr>
          <p:nvPr/>
        </p:nvSpPr>
        <p:spPr>
          <a:xfrm>
            <a:off x="2126573" y="2220597"/>
            <a:ext cx="3493804" cy="342605"/>
          </a:xfrm>
          <a:prstGeom prst="rect">
            <a:avLst/>
          </a:prstGeom>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US" sz="1400" b="1">
                <a:solidFill>
                  <a:schemeClr val="tx1"/>
                </a:solidFill>
                <a:latin typeface="Poppins"/>
                <a:cs typeface="Poppins"/>
              </a:rPr>
              <a:t>Guidance on Business logic</a:t>
            </a:r>
            <a:endParaRPr lang="es-MX" sz="1400">
              <a:solidFill>
                <a:schemeClr val="tx1"/>
              </a:solidFill>
            </a:endParaRPr>
          </a:p>
        </p:txBody>
      </p:sp>
      <p:pic>
        <p:nvPicPr>
          <p:cNvPr id="24" name="Picture 2" descr="Envalior Engineering Materials | Distribuidor europeo | Nexeo Plastics">
            <a:extLst>
              <a:ext uri="{FF2B5EF4-FFF2-40B4-BE49-F238E27FC236}">
                <a16:creationId xmlns:a16="http://schemas.microsoft.com/office/drawing/2014/main" id="{CF0499D2-2946-485D-77C6-311DA167BE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4135" y="308612"/>
            <a:ext cx="1937166" cy="785308"/>
          </a:xfrm>
          <a:prstGeom prst="rect">
            <a:avLst/>
          </a:prstGeom>
          <a:noFill/>
          <a:extLst>
            <a:ext uri="{909E8E84-426E-40DD-AFC4-6F175D3DCCD1}">
              <a14:hiddenFill xmlns:a14="http://schemas.microsoft.com/office/drawing/2010/main">
                <a:solidFill>
                  <a:srgbClr val="FFFFFF"/>
                </a:solidFill>
              </a14:hiddenFill>
            </a:ext>
          </a:extLst>
        </p:spPr>
      </p:pic>
      <p:sp>
        <p:nvSpPr>
          <p:cNvPr id="28" name="Google Shape;18186;p1988">
            <a:extLst>
              <a:ext uri="{FF2B5EF4-FFF2-40B4-BE49-F238E27FC236}">
                <a16:creationId xmlns:a16="http://schemas.microsoft.com/office/drawing/2014/main" id="{11A41861-7DAC-9C8D-9484-F8A507471B6B}"/>
              </a:ext>
            </a:extLst>
          </p:cNvPr>
          <p:cNvSpPr txBox="1"/>
          <p:nvPr/>
        </p:nvSpPr>
        <p:spPr>
          <a:xfrm>
            <a:off x="420687" y="705096"/>
            <a:ext cx="3076893" cy="198378"/>
          </a:xfrm>
          <a:prstGeom prst="rect">
            <a:avLst/>
          </a:prstGeom>
          <a:noFill/>
          <a:ln>
            <a:noFill/>
          </a:ln>
        </p:spPr>
        <p:txBody>
          <a:bodyPr spcFirstLastPara="1" wrap="square" lIns="0" tIns="0" rIns="0" bIns="91425" anchor="t" anchorCtr="0">
            <a:noAutofit/>
          </a:bodyPr>
          <a:lstStyle/>
          <a:p>
            <a:pPr defTabSz="914377"/>
            <a:r>
              <a:rPr lang="en-US" sz="1050" kern="0">
                <a:latin typeface="Poppins Light" pitchFamily="2" charset="77"/>
                <a:cs typeface="Poppins Light" pitchFamily="2" charset="77"/>
              </a:rPr>
              <a:t>Touchless Order Creation Agent (TOC) | OM</a:t>
            </a:r>
            <a:endParaRPr lang="en-US" sz="1050" kern="0">
              <a:latin typeface="Poppins Light" pitchFamily="2" charset="77"/>
              <a:cs typeface="Poppins Light" pitchFamily="2" charset="77"/>
              <a:sym typeface="Arial"/>
            </a:endParaRPr>
          </a:p>
        </p:txBody>
      </p:sp>
      <p:sp>
        <p:nvSpPr>
          <p:cNvPr id="3" name="Google Shape;358;p50">
            <a:extLst>
              <a:ext uri="{FF2B5EF4-FFF2-40B4-BE49-F238E27FC236}">
                <a16:creationId xmlns:a16="http://schemas.microsoft.com/office/drawing/2014/main" id="{D6177601-89CF-D672-DB00-8F9C9FA69A7C}"/>
              </a:ext>
            </a:extLst>
          </p:cNvPr>
          <p:cNvSpPr txBox="1">
            <a:spLocks/>
          </p:cNvSpPr>
          <p:nvPr/>
        </p:nvSpPr>
        <p:spPr>
          <a:xfrm>
            <a:off x="6368562" y="2391899"/>
            <a:ext cx="3477005" cy="342605"/>
          </a:xfrm>
          <a:prstGeom prst="rect">
            <a:avLst/>
          </a:prstGeom>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US" sz="1400" b="1">
                <a:solidFill>
                  <a:schemeClr val="tx1"/>
                </a:solidFill>
                <a:latin typeface="Poppins"/>
                <a:cs typeface="Poppins"/>
              </a:rPr>
              <a:t>Technical issues and questions</a:t>
            </a:r>
            <a:endParaRPr lang="es-MX" sz="1400">
              <a:solidFill>
                <a:schemeClr val="tx1"/>
              </a:solidFill>
            </a:endParaRPr>
          </a:p>
        </p:txBody>
      </p:sp>
    </p:spTree>
    <p:extLst>
      <p:ext uri="{BB962C8B-B14F-4D97-AF65-F5344CB8AC3E}">
        <p14:creationId xmlns:p14="http://schemas.microsoft.com/office/powerpoint/2010/main" val="115130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814BB-D68B-7043-94DF-32006F50151F}"/>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93A67D2E-446C-681B-DEDB-FA3EE3FEE64F}"/>
              </a:ext>
            </a:extLst>
          </p:cNvPr>
          <p:cNvSpPr>
            <a:spLocks noGrp="1"/>
          </p:cNvSpPr>
          <p:nvPr>
            <p:ph type="title"/>
          </p:nvPr>
        </p:nvSpPr>
        <p:spPr/>
        <p:txBody>
          <a:bodyPr/>
          <a:lstStyle/>
          <a:p>
            <a:r>
              <a:rPr lang="en-US"/>
              <a:t>3.0 Q&amp;A</a:t>
            </a:r>
            <a:endParaRPr lang="es-CO"/>
          </a:p>
        </p:txBody>
      </p:sp>
      <p:pic>
        <p:nvPicPr>
          <p:cNvPr id="4" name="Picture 2" descr="Envalior - SUSTAINABLE &amp; HIGH-PERFORMANCE ENGINEERING MATERIALS">
            <a:extLst>
              <a:ext uri="{FF2B5EF4-FFF2-40B4-BE49-F238E27FC236}">
                <a16:creationId xmlns:a16="http://schemas.microsoft.com/office/drawing/2014/main" id="{B755EDF8-7CD7-751A-C318-8428FC4A95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51560" y="431320"/>
            <a:ext cx="1536346" cy="433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962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C3562-ECAA-D0D9-FC8A-1609AC551542}"/>
            </a:ext>
          </a:extLst>
        </p:cNvPr>
        <p:cNvGrpSpPr/>
        <p:nvPr/>
      </p:nvGrpSpPr>
      <p:grpSpPr>
        <a:xfrm>
          <a:off x="0" y="0"/>
          <a:ext cx="0" cy="0"/>
          <a:chOff x="0" y="0"/>
          <a:chExt cx="0" cy="0"/>
        </a:xfrm>
      </p:grpSpPr>
      <p:pic>
        <p:nvPicPr>
          <p:cNvPr id="2" name="Picture 2" descr="Envalior - SUSTAINABLE &amp; HIGH-PERFORMANCE ENGINEERING MATERIALS">
            <a:extLst>
              <a:ext uri="{FF2B5EF4-FFF2-40B4-BE49-F238E27FC236}">
                <a16:creationId xmlns:a16="http://schemas.microsoft.com/office/drawing/2014/main" id="{659F1566-8A37-6BA3-2AC1-103C90330F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1508" y="560412"/>
            <a:ext cx="1536346" cy="433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9458783"/>
      </p:ext>
    </p:extLst>
  </p:cSld>
  <p:clrMapOvr>
    <a:masterClrMapping/>
  </p:clrMapOvr>
</p:sld>
</file>

<file path=ppt/theme/theme1.xml><?xml version="1.0" encoding="utf-8"?>
<a:theme xmlns:a="http://schemas.openxmlformats.org/drawingml/2006/main" name="FY24 OFI Template">
  <a:themeElements>
    <a:clrScheme name="OFI NEW">
      <a:dk1>
        <a:srgbClr val="000000"/>
      </a:dk1>
      <a:lt1>
        <a:srgbClr val="FFFFFF"/>
      </a:lt1>
      <a:dk2>
        <a:srgbClr val="000000"/>
      </a:dk2>
      <a:lt2>
        <a:srgbClr val="F1F1F1"/>
      </a:lt2>
      <a:accent1>
        <a:srgbClr val="CCA23F"/>
      </a:accent1>
      <a:accent2>
        <a:srgbClr val="13608B"/>
      </a:accent2>
      <a:accent3>
        <a:srgbClr val="838383"/>
      </a:accent3>
      <a:accent4>
        <a:srgbClr val="8C8C89"/>
      </a:accent4>
      <a:accent5>
        <a:srgbClr val="CCA23F"/>
      </a:accent5>
      <a:accent6>
        <a:srgbClr val="13608B"/>
      </a:accent6>
      <a:hlink>
        <a:srgbClr val="000043"/>
      </a:hlink>
      <a:folHlink>
        <a:srgbClr val="13608B"/>
      </a:folHlink>
    </a:clrScheme>
    <a:fontScheme name="Open Sans">
      <a:majorFont>
        <a:latin typeface="Poppins-Bold.ttf"/>
        <a:ea typeface=""/>
        <a:cs typeface=""/>
      </a:majorFont>
      <a:minorFont>
        <a:latin typeface="Poppins-Regul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lIns="36000" tIns="36000" rIns="36000" bIns="36000" rtlCol="0" anchor="ctr"/>
      <a:lstStyle>
        <a:defPPr algn="l">
          <a:defRPr sz="120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36000" tIns="36000" rIns="36000" bIns="36000" rtlCol="0">
        <a:spAutoFit/>
      </a:bodyPr>
      <a:lstStyle>
        <a:defPPr algn="l">
          <a:defRPr sz="1200" dirty="0"/>
        </a:defPPr>
      </a:lstStyle>
    </a:txDef>
  </a:objectDefaults>
  <a:extraClrSchemeLst/>
  <a:extLst>
    <a:ext uri="{05A4C25C-085E-4340-85A3-A5531E510DB2}">
      <thm15:themeFamily xmlns:thm15="http://schemas.microsoft.com/office/thememl/2012/main" name="FY24 OFI Template" id="{2B0FA8EC-CFC5-F34C-95FC-922752DCFB1A}" vid="{C5E346A0-68A0-4043-9489-3D70FB9FA0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ec5361a-62bc-40bb-a684-fbfdd626c3e8" xsi:nil="true"/>
    <lcf76f155ced4ddcb4097134ff3c332f xmlns="68c7f776-332c-4805-9bef-a87b1204370f">
      <Terms xmlns="http://schemas.microsoft.com/office/infopath/2007/PartnerControls"/>
    </lcf76f155ced4ddcb4097134ff3c332f>
    <Fechayhora xmlns="68c7f776-332c-4805-9bef-a87b1204370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B00C0EB9F6A094791A513200359DAF6" ma:contentTypeVersion="15" ma:contentTypeDescription="Een nieuw document maken." ma:contentTypeScope="" ma:versionID="eaba4130558e48c77fae5bbadaa494d8">
  <xsd:schema xmlns:xsd="http://www.w3.org/2001/XMLSchema" xmlns:xs="http://www.w3.org/2001/XMLSchema" xmlns:p="http://schemas.microsoft.com/office/2006/metadata/properties" xmlns:ns2="68c7f776-332c-4805-9bef-a87b1204370f" xmlns:ns3="5ec5361a-62bc-40bb-a684-fbfdd626c3e8" targetNamespace="http://schemas.microsoft.com/office/2006/metadata/properties" ma:root="true" ma:fieldsID="40638825b7c5488042d124d22e0985bb" ns2:_="" ns3:_="">
    <xsd:import namespace="68c7f776-332c-4805-9bef-a87b1204370f"/>
    <xsd:import namespace="5ec5361a-62bc-40bb-a684-fbfdd626c3e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2:MediaServiceBillingMetadata" minOccurs="0"/>
                <xsd:element ref="ns2:Fechayhor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c7f776-332c-4805-9bef-a87b1204370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Afbeeldingtags" ma:readOnly="false" ma:fieldId="{5cf76f15-5ced-4ddc-b409-7134ff3c332f}" ma:taxonomyMulti="true" ma:sspId="c975c450-737c-46f4-b2ea-75629b25a3bd"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Fechayhora" ma:index="22" nillable="true" ma:displayName="Fecha y hora" ma:format="DateOnly" ma:internalName="Fechayhora">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5ec5361a-62bc-40bb-a684-fbfdd626c3e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05f4789-808a-4ce1-aadc-fefa2064090f}" ma:internalName="TaxCatchAll" ma:showField="CatchAllData" ma:web="5ec5361a-62bc-40bb-a684-fbfdd626c3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9DEFE19-4AF6-43AB-B244-11C21958D7B7}">
  <ds:schemaRefs>
    <ds:schemaRef ds:uri="http://schemas.microsoft.com/sharepoint/v3/contenttype/forms"/>
  </ds:schemaRefs>
</ds:datastoreItem>
</file>

<file path=customXml/itemProps2.xml><?xml version="1.0" encoding="utf-8"?>
<ds:datastoreItem xmlns:ds="http://schemas.openxmlformats.org/officeDocument/2006/customXml" ds:itemID="{3DAB592A-0FE0-4DEB-ADA0-A1DE42B1B5AD}">
  <ds:schemaRefs>
    <ds:schemaRef ds:uri="5ec5361a-62bc-40bb-a684-fbfdd626c3e8"/>
    <ds:schemaRef ds:uri="68c7f776-332c-4805-9bef-a87b1204370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4BFE208-9B0D-443B-8950-75780A0DE70F}">
  <ds:schemaRefs>
    <ds:schemaRef ds:uri="5ec5361a-62bc-40bb-a684-fbfdd626c3e8"/>
    <ds:schemaRef ds:uri="68c7f776-332c-4805-9bef-a87b1204370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11</Slides>
  <Notes>3</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FY24 OFI Template</vt:lpstr>
      <vt:lpstr>Touchless Order Capture Agent</vt:lpstr>
      <vt:lpstr>PowerPoint Presentation</vt:lpstr>
      <vt:lpstr>1.0 UAT Introduction</vt:lpstr>
      <vt:lpstr>PowerPoint Presentation</vt:lpstr>
      <vt:lpstr>User Acceptance testing (UAT) framework</vt:lpstr>
      <vt:lpstr>2.0 Agent Overview</vt:lpstr>
      <vt:lpstr>PowerPoint Presentation</vt:lpstr>
      <vt:lpstr>PowerPoint Presentation</vt:lpstr>
      <vt:lpstr>Additional Support</vt:lpstr>
      <vt:lpstr>3.0 Q&amp;A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Katherine Darakova</dc:creator>
  <cp:revision>5</cp:revision>
  <cp:lastPrinted>2025-08-01T22:58:49Z</cp:lastPrinted>
  <dcterms:created xsi:type="dcterms:W3CDTF">2024-01-04T20:02:48Z</dcterms:created>
  <dcterms:modified xsi:type="dcterms:W3CDTF">2026-07-07T07:16:34Z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0x0101003B00C0EB9F6A094791A513200359DAF6</vt:lpwstr>
  </property>
  <property fmtid="{D5CDD505-2E9C-101B-9397-08002B2CF9AE}" pid="3" name="MediaServiceImageTags">
    <vt:lpwstr/>
  </property>
</Properties>
</file>